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Lst>
  <p:notesMasterIdLst>
    <p:notesMasterId r:id="rId14"/>
  </p:notesMasterIdLst>
  <p:handoutMasterIdLst>
    <p:handoutMasterId r:id="rId15"/>
  </p:handoutMasterIdLst>
  <p:sldIdLst>
    <p:sldId id="339" r:id="rId3"/>
    <p:sldId id="372" r:id="rId4"/>
    <p:sldId id="374" r:id="rId5"/>
    <p:sldId id="375" r:id="rId6"/>
    <p:sldId id="370" r:id="rId7"/>
    <p:sldId id="371" r:id="rId8"/>
    <p:sldId id="387" r:id="rId9"/>
    <p:sldId id="388" r:id="rId10"/>
    <p:sldId id="376" r:id="rId11"/>
    <p:sldId id="386" r:id="rId12"/>
    <p:sldId id="37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illiam Rose" initials="WR" lastIdx="1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6600"/>
    <a:srgbClr val="CC00CC"/>
    <a:srgbClr val="FFFF00"/>
    <a:srgbClr val="FF00FF"/>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34" autoAdjust="0"/>
    <p:restoredTop sz="92737" autoAdjust="0"/>
  </p:normalViewPr>
  <p:slideViewPr>
    <p:cSldViewPr>
      <p:cViewPr varScale="1">
        <p:scale>
          <a:sx n="110" d="100"/>
          <a:sy n="110" d="100"/>
        </p:scale>
        <p:origin x="1704" y="7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E4EA285-DE6F-41A3-B98B-60BB4DA90F72}" type="datetimeFigureOut">
              <a:rPr lang="en-US" smtClean="0"/>
              <a:t>2/13/2018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B12E6BE-A46B-4EC5-B351-17ADED6C8FB2}" type="slidenum">
              <a:rPr lang="en-US" smtClean="0"/>
              <a:t>‹#›</a:t>
            </a:fld>
            <a:endParaRPr lang="en-US"/>
          </a:p>
        </p:txBody>
      </p:sp>
    </p:spTree>
    <p:extLst>
      <p:ext uri="{BB962C8B-B14F-4D97-AF65-F5344CB8AC3E}">
        <p14:creationId xmlns:p14="http://schemas.microsoft.com/office/powerpoint/2010/main" val="2866713843"/>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B8BF21B-802E-4EA0-9352-C6CF74548B04}" type="datetimeFigureOut">
              <a:rPr lang="en-US" smtClean="0"/>
              <a:t>2/13/2018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C7099C-6D15-4CEF-AE13-D74361419400}" type="slidenum">
              <a:rPr lang="en-US" smtClean="0"/>
              <a:t>‹#›</a:t>
            </a:fld>
            <a:endParaRPr lang="en-US"/>
          </a:p>
        </p:txBody>
      </p:sp>
    </p:spTree>
    <p:extLst>
      <p:ext uri="{BB962C8B-B14F-4D97-AF65-F5344CB8AC3E}">
        <p14:creationId xmlns:p14="http://schemas.microsoft.com/office/powerpoint/2010/main" val="3117733229"/>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buClr>
                <a:srgbClr val="EEECE1"/>
              </a:buClr>
              <a:defRPr/>
            </a:pPr>
            <a:endParaRPr lang="en-US">
              <a:solidFill>
                <a:prstClr val="black"/>
              </a:solidFill>
            </a:endParaRPr>
          </a:p>
        </p:txBody>
      </p:sp>
      <p:sp>
        <p:nvSpPr>
          <p:cNvPr id="5" name="Footer Placeholder 4"/>
          <p:cNvSpPr>
            <a:spLocks noGrp="1"/>
          </p:cNvSpPr>
          <p:nvPr>
            <p:ph type="ftr" sz="quarter" idx="11"/>
          </p:nvPr>
        </p:nvSpPr>
        <p:spPr/>
        <p:txBody>
          <a:bodyPr/>
          <a:lstStyle/>
          <a:p>
            <a:pPr>
              <a:buClr>
                <a:srgbClr val="EEECE1"/>
              </a:buClr>
              <a:defRPr/>
            </a:pPr>
            <a:endParaRPr lang="en-US">
              <a:solidFill>
                <a:prstClr val="black"/>
              </a:solidFill>
            </a:endParaRPr>
          </a:p>
        </p:txBody>
      </p:sp>
      <p:sp>
        <p:nvSpPr>
          <p:cNvPr id="6" name="Slide Number Placeholder 5"/>
          <p:cNvSpPr>
            <a:spLocks noGrp="1"/>
          </p:cNvSpPr>
          <p:nvPr>
            <p:ph type="sldNum" sz="quarter" idx="12"/>
          </p:nvPr>
        </p:nvSpPr>
        <p:spPr/>
        <p:txBody>
          <a:bodyPr/>
          <a:lstStyle/>
          <a:p>
            <a:pPr>
              <a:buClr>
                <a:srgbClr val="EEECE1"/>
              </a:buClr>
              <a:defRPr/>
            </a:pPr>
            <a:fld id="{C3FEED23-448C-4C5E-A8C1-F3D1E1D96EC4}" type="slidenum">
              <a:rPr lang="en-US" smtClean="0">
                <a:solidFill>
                  <a:prstClr val="black"/>
                </a:solidFill>
              </a:rPr>
              <a:pPr>
                <a:buClr>
                  <a:srgbClr val="EEECE1"/>
                </a:buClr>
                <a:defRPr/>
              </a:pPr>
              <a:t>5</a:t>
            </a:fld>
            <a:endParaRPr lang="en-US">
              <a:solidFill>
                <a:prstClr val="black"/>
              </a:solidFill>
            </a:endParaRPr>
          </a:p>
        </p:txBody>
      </p:sp>
    </p:spTree>
    <p:extLst>
      <p:ext uri="{BB962C8B-B14F-4D97-AF65-F5344CB8AC3E}">
        <p14:creationId xmlns:p14="http://schemas.microsoft.com/office/powerpoint/2010/main" val="74034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5D85C0-D0E7-4181-983E-126640D1CBF8}" type="datetimeFigureOut">
              <a:rPr lang="en-US" smtClean="0"/>
              <a:t>2/13/2018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8120AE-2C2C-429B-BB81-5872F7DF1225}" type="slidenum">
              <a:rPr lang="en-US" smtClean="0"/>
              <a:t>‹#›</a:t>
            </a:fld>
            <a:endParaRPr lang="en-US"/>
          </a:p>
        </p:txBody>
      </p:sp>
    </p:spTree>
    <p:extLst>
      <p:ext uri="{BB962C8B-B14F-4D97-AF65-F5344CB8AC3E}">
        <p14:creationId xmlns:p14="http://schemas.microsoft.com/office/powerpoint/2010/main" val="1978019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5D85C0-D0E7-4181-983E-126640D1CBF8}" type="datetimeFigureOut">
              <a:rPr lang="en-US" smtClean="0"/>
              <a:t>2/13/2018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8120AE-2C2C-429B-BB81-5872F7DF1225}" type="slidenum">
              <a:rPr lang="en-US" smtClean="0"/>
              <a:t>‹#›</a:t>
            </a:fld>
            <a:endParaRPr lang="en-US"/>
          </a:p>
        </p:txBody>
      </p:sp>
    </p:spTree>
    <p:extLst>
      <p:ext uri="{BB962C8B-B14F-4D97-AF65-F5344CB8AC3E}">
        <p14:creationId xmlns:p14="http://schemas.microsoft.com/office/powerpoint/2010/main" val="715512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5D85C0-D0E7-4181-983E-126640D1CBF8}" type="datetimeFigureOut">
              <a:rPr lang="en-US" smtClean="0"/>
              <a:t>2/13/2018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8120AE-2C2C-429B-BB81-5872F7DF1225}" type="slidenum">
              <a:rPr lang="en-US" smtClean="0"/>
              <a:t>‹#›</a:t>
            </a:fld>
            <a:endParaRPr lang="en-US"/>
          </a:p>
        </p:txBody>
      </p:sp>
    </p:spTree>
    <p:extLst>
      <p:ext uri="{BB962C8B-B14F-4D97-AF65-F5344CB8AC3E}">
        <p14:creationId xmlns:p14="http://schemas.microsoft.com/office/powerpoint/2010/main" val="4241527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35D85C0-D0E7-4181-983E-126640D1CBF8}" type="datetimeFigureOut">
              <a:rPr lang="en-US" smtClean="0"/>
              <a:t>2/13/2018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8120AE-2C2C-429B-BB81-5872F7DF1225}" type="slidenum">
              <a:rPr lang="en-US" smtClean="0"/>
              <a:t>‹#›</a:t>
            </a:fld>
            <a:endParaRPr lang="en-US"/>
          </a:p>
        </p:txBody>
      </p:sp>
    </p:spTree>
    <p:extLst>
      <p:ext uri="{BB962C8B-B14F-4D97-AF65-F5344CB8AC3E}">
        <p14:creationId xmlns:p14="http://schemas.microsoft.com/office/powerpoint/2010/main" val="2749871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35D85C0-D0E7-4181-983E-126640D1CBF8}" type="datetimeFigureOut">
              <a:rPr lang="en-US" smtClean="0"/>
              <a:t>2/13/2018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8120AE-2C2C-429B-BB81-5872F7DF1225}" type="slidenum">
              <a:rPr lang="en-US" smtClean="0"/>
              <a:t>‹#›</a:t>
            </a:fld>
            <a:endParaRPr lang="en-US"/>
          </a:p>
        </p:txBody>
      </p:sp>
    </p:spTree>
    <p:extLst>
      <p:ext uri="{BB962C8B-B14F-4D97-AF65-F5344CB8AC3E}">
        <p14:creationId xmlns:p14="http://schemas.microsoft.com/office/powerpoint/2010/main" val="1669687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endParaRPr lang="en-US"/>
          </a:p>
        </p:txBody>
      </p:sp>
      <p:sp>
        <p:nvSpPr>
          <p:cNvPr id="4" name="Date Placeholder 3"/>
          <p:cNvSpPr>
            <a:spLocks noGrp="1"/>
          </p:cNvSpPr>
          <p:nvPr>
            <p:ph type="dt" sz="half" idx="11"/>
          </p:nvPr>
        </p:nvSpPr>
        <p:spPr/>
        <p:txBody>
          <a:bodyPr/>
          <a:lstStyle/>
          <a:p>
            <a:fld id="{B35D85C0-D0E7-4181-983E-126640D1CBF8}" type="datetimeFigureOut">
              <a:rPr lang="en-US" smtClean="0"/>
              <a:t>2/13/2018</a:t>
            </a:fld>
            <a:endParaRPr lang="en-US"/>
          </a:p>
        </p:txBody>
      </p:sp>
      <p:sp>
        <p:nvSpPr>
          <p:cNvPr id="5" name="Slide Number Placeholder 4"/>
          <p:cNvSpPr>
            <a:spLocks noGrp="1"/>
          </p:cNvSpPr>
          <p:nvPr>
            <p:ph type="sldNum" sz="quarter" idx="12"/>
          </p:nvPr>
        </p:nvSpPr>
        <p:spPr/>
        <p:txBody>
          <a:bodyPr/>
          <a:lstStyle/>
          <a:p>
            <a:fld id="{358120AE-2C2C-429B-BB81-5872F7DF1225}" type="slidenum">
              <a:rPr lang="en-US" smtClean="0"/>
              <a:t>‹#›</a:t>
            </a:fld>
            <a:endParaRPr lang="en-US"/>
          </a:p>
        </p:txBody>
      </p:sp>
    </p:spTree>
    <p:extLst>
      <p:ext uri="{BB962C8B-B14F-4D97-AF65-F5344CB8AC3E}">
        <p14:creationId xmlns:p14="http://schemas.microsoft.com/office/powerpoint/2010/main" val="3845308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endParaRPr lang="en-US"/>
          </a:p>
        </p:txBody>
      </p:sp>
      <p:sp>
        <p:nvSpPr>
          <p:cNvPr id="3" name="Date Placeholder 2"/>
          <p:cNvSpPr>
            <a:spLocks noGrp="1"/>
          </p:cNvSpPr>
          <p:nvPr>
            <p:ph type="dt" sz="half" idx="11"/>
          </p:nvPr>
        </p:nvSpPr>
        <p:spPr/>
        <p:txBody>
          <a:bodyPr/>
          <a:lstStyle/>
          <a:p>
            <a:fld id="{B35D85C0-D0E7-4181-983E-126640D1CBF8}" type="datetimeFigureOut">
              <a:rPr lang="en-US" smtClean="0"/>
              <a:t>2/13/2018</a:t>
            </a:fld>
            <a:endParaRPr lang="en-US"/>
          </a:p>
        </p:txBody>
      </p:sp>
      <p:sp>
        <p:nvSpPr>
          <p:cNvPr id="4" name="Slide Number Placeholder 3"/>
          <p:cNvSpPr>
            <a:spLocks noGrp="1"/>
          </p:cNvSpPr>
          <p:nvPr>
            <p:ph type="sldNum" sz="quarter" idx="12"/>
          </p:nvPr>
        </p:nvSpPr>
        <p:spPr/>
        <p:txBody>
          <a:bodyPr/>
          <a:lstStyle/>
          <a:p>
            <a:fld id="{358120AE-2C2C-429B-BB81-5872F7DF1225}" type="slidenum">
              <a:rPr lang="en-US" smtClean="0"/>
              <a:t>‹#›</a:t>
            </a:fld>
            <a:endParaRPr lang="en-US"/>
          </a:p>
        </p:txBody>
      </p:sp>
    </p:spTree>
    <p:extLst>
      <p:ext uri="{BB962C8B-B14F-4D97-AF65-F5344CB8AC3E}">
        <p14:creationId xmlns:p14="http://schemas.microsoft.com/office/powerpoint/2010/main" val="1882927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p>
            <a:endParaRPr lang="en-US"/>
          </a:p>
        </p:txBody>
      </p:sp>
      <p:sp>
        <p:nvSpPr>
          <p:cNvPr id="6" name="Date Placeholder 5"/>
          <p:cNvSpPr>
            <a:spLocks noGrp="1"/>
          </p:cNvSpPr>
          <p:nvPr>
            <p:ph type="dt" sz="half" idx="11"/>
          </p:nvPr>
        </p:nvSpPr>
        <p:spPr/>
        <p:txBody>
          <a:bodyPr/>
          <a:lstStyle/>
          <a:p>
            <a:fld id="{B35D85C0-D0E7-4181-983E-126640D1CBF8}" type="datetimeFigureOut">
              <a:rPr lang="en-US" smtClean="0"/>
              <a:t>2/13/2018</a:t>
            </a:fld>
            <a:endParaRPr lang="en-US"/>
          </a:p>
        </p:txBody>
      </p:sp>
      <p:sp>
        <p:nvSpPr>
          <p:cNvPr id="7" name="Slide Number Placeholder 6"/>
          <p:cNvSpPr>
            <a:spLocks noGrp="1"/>
          </p:cNvSpPr>
          <p:nvPr>
            <p:ph type="sldNum" sz="quarter" idx="12"/>
          </p:nvPr>
        </p:nvSpPr>
        <p:spPr/>
        <p:txBody>
          <a:bodyPr/>
          <a:lstStyle/>
          <a:p>
            <a:fld id="{358120AE-2C2C-429B-BB81-5872F7DF1225}" type="slidenum">
              <a:rPr lang="en-US" smtClean="0"/>
              <a:t>‹#›</a:t>
            </a:fld>
            <a:endParaRPr lang="en-US"/>
          </a:p>
        </p:txBody>
      </p:sp>
    </p:spTree>
    <p:extLst>
      <p:ext uri="{BB962C8B-B14F-4D97-AF65-F5344CB8AC3E}">
        <p14:creationId xmlns:p14="http://schemas.microsoft.com/office/powerpoint/2010/main" val="29737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p>
            <a:endParaRPr lang="en-US"/>
          </a:p>
        </p:txBody>
      </p:sp>
      <p:sp>
        <p:nvSpPr>
          <p:cNvPr id="6" name="Date Placeholder 5"/>
          <p:cNvSpPr>
            <a:spLocks noGrp="1"/>
          </p:cNvSpPr>
          <p:nvPr>
            <p:ph type="dt" sz="half" idx="11"/>
          </p:nvPr>
        </p:nvSpPr>
        <p:spPr/>
        <p:txBody>
          <a:bodyPr/>
          <a:lstStyle/>
          <a:p>
            <a:fld id="{B35D85C0-D0E7-4181-983E-126640D1CBF8}" type="datetimeFigureOut">
              <a:rPr lang="en-US" smtClean="0"/>
              <a:t>2/13/2018</a:t>
            </a:fld>
            <a:endParaRPr lang="en-US"/>
          </a:p>
        </p:txBody>
      </p:sp>
      <p:sp>
        <p:nvSpPr>
          <p:cNvPr id="7" name="Slide Number Placeholder 6"/>
          <p:cNvSpPr>
            <a:spLocks noGrp="1"/>
          </p:cNvSpPr>
          <p:nvPr>
            <p:ph type="sldNum" sz="quarter" idx="12"/>
          </p:nvPr>
        </p:nvSpPr>
        <p:spPr/>
        <p:txBody>
          <a:bodyPr/>
          <a:lstStyle/>
          <a:p>
            <a:fld id="{358120AE-2C2C-429B-BB81-5872F7DF1225}" type="slidenum">
              <a:rPr lang="en-US" smtClean="0"/>
              <a:t>‹#›</a:t>
            </a:fld>
            <a:endParaRPr lang="en-US"/>
          </a:p>
        </p:txBody>
      </p:sp>
    </p:spTree>
    <p:extLst>
      <p:ext uri="{BB962C8B-B14F-4D97-AF65-F5344CB8AC3E}">
        <p14:creationId xmlns:p14="http://schemas.microsoft.com/office/powerpoint/2010/main" val="428133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p>
            <a:endParaRPr lang="en-US"/>
          </a:p>
        </p:txBody>
      </p:sp>
      <p:sp>
        <p:nvSpPr>
          <p:cNvPr id="5" name="Date Placeholder 4"/>
          <p:cNvSpPr>
            <a:spLocks noGrp="1"/>
          </p:cNvSpPr>
          <p:nvPr>
            <p:ph type="dt" sz="half" idx="11"/>
          </p:nvPr>
        </p:nvSpPr>
        <p:spPr/>
        <p:txBody>
          <a:bodyPr/>
          <a:lstStyle/>
          <a:p>
            <a:fld id="{B35D85C0-D0E7-4181-983E-126640D1CBF8}" type="datetimeFigureOut">
              <a:rPr lang="en-US" smtClean="0"/>
              <a:t>2/13/2018</a:t>
            </a:fld>
            <a:endParaRPr lang="en-US"/>
          </a:p>
        </p:txBody>
      </p:sp>
      <p:sp>
        <p:nvSpPr>
          <p:cNvPr id="6" name="Slide Number Placeholder 5"/>
          <p:cNvSpPr>
            <a:spLocks noGrp="1"/>
          </p:cNvSpPr>
          <p:nvPr>
            <p:ph type="sldNum" sz="quarter" idx="12"/>
          </p:nvPr>
        </p:nvSpPr>
        <p:spPr/>
        <p:txBody>
          <a:bodyPr/>
          <a:lstStyle/>
          <a:p>
            <a:fld id="{358120AE-2C2C-429B-BB81-5872F7DF1225}" type="slidenum">
              <a:rPr lang="en-US" smtClean="0"/>
              <a:t>‹#›</a:t>
            </a:fld>
            <a:endParaRPr lang="en-US"/>
          </a:p>
        </p:txBody>
      </p:sp>
    </p:spTree>
    <p:extLst>
      <p:ext uri="{BB962C8B-B14F-4D97-AF65-F5344CB8AC3E}">
        <p14:creationId xmlns:p14="http://schemas.microsoft.com/office/powerpoint/2010/main" val="2873464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p>
            <a:endParaRPr lang="en-US"/>
          </a:p>
        </p:txBody>
      </p:sp>
      <p:sp>
        <p:nvSpPr>
          <p:cNvPr id="5" name="Date Placeholder 4"/>
          <p:cNvSpPr>
            <a:spLocks noGrp="1"/>
          </p:cNvSpPr>
          <p:nvPr>
            <p:ph type="dt" sz="half" idx="11"/>
          </p:nvPr>
        </p:nvSpPr>
        <p:spPr/>
        <p:txBody>
          <a:bodyPr/>
          <a:lstStyle/>
          <a:p>
            <a:fld id="{B35D85C0-D0E7-4181-983E-126640D1CBF8}" type="datetimeFigureOut">
              <a:rPr lang="en-US" smtClean="0"/>
              <a:t>2/13/2018</a:t>
            </a:fld>
            <a:endParaRPr lang="en-US"/>
          </a:p>
        </p:txBody>
      </p:sp>
      <p:sp>
        <p:nvSpPr>
          <p:cNvPr id="6" name="Slide Number Placeholder 5"/>
          <p:cNvSpPr>
            <a:spLocks noGrp="1"/>
          </p:cNvSpPr>
          <p:nvPr>
            <p:ph type="sldNum" sz="quarter" idx="12"/>
          </p:nvPr>
        </p:nvSpPr>
        <p:spPr/>
        <p:txBody>
          <a:bodyPr/>
          <a:lstStyle/>
          <a:p>
            <a:fld id="{358120AE-2C2C-429B-BB81-5872F7DF1225}" type="slidenum">
              <a:rPr lang="en-US" smtClean="0"/>
              <a:t>‹#›</a:t>
            </a:fld>
            <a:endParaRPr lang="en-US"/>
          </a:p>
        </p:txBody>
      </p:sp>
    </p:spTree>
    <p:extLst>
      <p:ext uri="{BB962C8B-B14F-4D97-AF65-F5344CB8AC3E}">
        <p14:creationId xmlns:p14="http://schemas.microsoft.com/office/powerpoint/2010/main" val="12515805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6142038" y="6488123"/>
            <a:ext cx="2540000" cy="212879"/>
          </a:xfrm>
          <a:prstGeom prst="rect">
            <a:avLst/>
          </a:prstGeom>
          <a:noFill/>
          <a:ln w="12700">
            <a:noFill/>
            <a:miter lim="800000"/>
            <a:headEnd/>
            <a:tailEnd/>
          </a:ln>
          <a:effectLst/>
        </p:spPr>
        <p:txBody>
          <a:bodyPr lIns="88900" tIns="44450" rIns="88900" bIns="44450">
            <a:spAutoFit/>
          </a:bodyPr>
          <a:lstStyle/>
          <a:p>
            <a:pPr algn="r" defTabSz="887413" eaLnBrk="0" fontAlgn="base" hangingPunct="0">
              <a:spcBef>
                <a:spcPct val="50000"/>
              </a:spcBef>
              <a:spcAft>
                <a:spcPct val="0"/>
              </a:spcAft>
            </a:pPr>
            <a:fld id="{A5A69379-469C-4B05-81AE-5148177D057E}" type="slidenum">
              <a:rPr lang="en-US" sz="800">
                <a:solidFill>
                  <a:srgbClr val="000000"/>
                </a:solidFill>
                <a:cs typeface="Arial" charset="0"/>
              </a:rPr>
              <a:pPr algn="r" defTabSz="887413" eaLnBrk="0" fontAlgn="base" hangingPunct="0">
                <a:spcBef>
                  <a:spcPct val="50000"/>
                </a:spcBef>
                <a:spcAft>
                  <a:spcPct val="0"/>
                </a:spcAft>
              </a:pPr>
              <a:t>‹#›</a:t>
            </a:fld>
            <a:endParaRPr lang="en-US" sz="800" dirty="0">
              <a:solidFill>
                <a:srgbClr val="000000"/>
              </a:solidFill>
              <a:cs typeface="Arial" charset="0"/>
            </a:endParaRPr>
          </a:p>
        </p:txBody>
      </p:sp>
      <p:sp>
        <p:nvSpPr>
          <p:cNvPr id="7172" name="Rectangle 4"/>
          <p:cNvSpPr>
            <a:spLocks noGrp="1" noChangeArrowheads="1"/>
          </p:cNvSpPr>
          <p:nvPr>
            <p:ph type="ctrTitle"/>
          </p:nvPr>
        </p:nvSpPr>
        <p:spPr>
          <a:xfrm>
            <a:off x="461965" y="1752600"/>
            <a:ext cx="8234565" cy="1143000"/>
          </a:xfrm>
        </p:spPr>
        <p:txBody>
          <a:bodyPr anchor="ctr"/>
          <a:lstStyle>
            <a:lvl1pPr algn="ctr" defTabSz="877888">
              <a:defRPr sz="4400"/>
            </a:lvl1pPr>
          </a:lstStyle>
          <a:p>
            <a:r>
              <a:rPr lang="en-US" dirty="0"/>
              <a:t>Click to edit Master title style</a:t>
            </a:r>
          </a:p>
        </p:txBody>
      </p:sp>
      <p:sp>
        <p:nvSpPr>
          <p:cNvPr id="7173" name="Rectangle 5"/>
          <p:cNvSpPr>
            <a:spLocks noGrp="1" noChangeArrowheads="1"/>
          </p:cNvSpPr>
          <p:nvPr>
            <p:ph type="subTitle" idx="1"/>
          </p:nvPr>
        </p:nvSpPr>
        <p:spPr>
          <a:xfrm>
            <a:off x="552366" y="3186559"/>
            <a:ext cx="8039268" cy="492443"/>
          </a:xfrm>
        </p:spPr>
        <p:txBody>
          <a:bodyPr anchor="ctr" anchorCtr="0"/>
          <a:lstStyle>
            <a:lvl1pPr marL="0" indent="0" algn="ctr">
              <a:spcBef>
                <a:spcPts val="0"/>
              </a:spcBef>
              <a:buFontTx/>
              <a:buNone/>
              <a:defRPr sz="3200">
                <a:effectLst/>
              </a:defRPr>
            </a:lvl1pPr>
          </a:lstStyle>
          <a:p>
            <a:r>
              <a:rPr lang="en-US" dirty="0"/>
              <a:t>Click to edit Master subtitle style</a:t>
            </a:r>
          </a:p>
        </p:txBody>
      </p:sp>
      <p:grpSp>
        <p:nvGrpSpPr>
          <p:cNvPr id="2" name="Group 5"/>
          <p:cNvGrpSpPr>
            <a:grpSpLocks/>
          </p:cNvGrpSpPr>
          <p:nvPr userDrawn="1"/>
        </p:nvGrpSpPr>
        <p:grpSpPr bwMode="black">
          <a:xfrm>
            <a:off x="474684" y="5321303"/>
            <a:ext cx="3671887" cy="596900"/>
            <a:chOff x="299" y="3352"/>
            <a:chExt cx="2313" cy="376"/>
          </a:xfrm>
          <a:solidFill>
            <a:schemeClr val="bg1"/>
          </a:solidFill>
        </p:grpSpPr>
        <p:sp>
          <p:nvSpPr>
            <p:cNvPr id="6" name="Freeform 6"/>
            <p:cNvSpPr>
              <a:spLocks/>
            </p:cNvSpPr>
            <p:nvPr/>
          </p:nvSpPr>
          <p:spPr bwMode="black">
            <a:xfrm>
              <a:off x="1668" y="3352"/>
              <a:ext cx="944" cy="376"/>
            </a:xfrm>
            <a:custGeom>
              <a:avLst/>
              <a:gdLst/>
              <a:ahLst/>
              <a:cxnLst>
                <a:cxn ang="0">
                  <a:pos x="943" y="147"/>
                </a:cxn>
                <a:cxn ang="0">
                  <a:pos x="775" y="147"/>
                </a:cxn>
                <a:cxn ang="0">
                  <a:pos x="816" y="0"/>
                </a:cxn>
                <a:cxn ang="0">
                  <a:pos x="672" y="147"/>
                </a:cxn>
                <a:cxn ang="0">
                  <a:pos x="3" y="147"/>
                </a:cxn>
                <a:cxn ang="0">
                  <a:pos x="0" y="148"/>
                </a:cxn>
                <a:cxn ang="0">
                  <a:pos x="3" y="149"/>
                </a:cxn>
                <a:cxn ang="0">
                  <a:pos x="106" y="151"/>
                </a:cxn>
                <a:cxn ang="0">
                  <a:pos x="332" y="153"/>
                </a:cxn>
                <a:cxn ang="0">
                  <a:pos x="660" y="159"/>
                </a:cxn>
                <a:cxn ang="0">
                  <a:pos x="600" y="221"/>
                </a:cxn>
                <a:cxn ang="0">
                  <a:pos x="578" y="245"/>
                </a:cxn>
                <a:cxn ang="0">
                  <a:pos x="580" y="245"/>
                </a:cxn>
                <a:cxn ang="0">
                  <a:pos x="606" y="221"/>
                </a:cxn>
                <a:cxn ang="0">
                  <a:pos x="673" y="160"/>
                </a:cxn>
                <a:cxn ang="0">
                  <a:pos x="756" y="160"/>
                </a:cxn>
                <a:cxn ang="0">
                  <a:pos x="748" y="195"/>
                </a:cxn>
                <a:cxn ang="0">
                  <a:pos x="740" y="230"/>
                </a:cxn>
                <a:cxn ang="0">
                  <a:pos x="567" y="318"/>
                </a:cxn>
                <a:cxn ang="0">
                  <a:pos x="471" y="368"/>
                </a:cxn>
                <a:cxn ang="0">
                  <a:pos x="472" y="369"/>
                </a:cxn>
                <a:cxn ang="0">
                  <a:pos x="563" y="326"/>
                </a:cxn>
                <a:cxn ang="0">
                  <a:pos x="738" y="241"/>
                </a:cxn>
                <a:cxn ang="0">
                  <a:pos x="716" y="336"/>
                </a:cxn>
                <a:cxn ang="0">
                  <a:pos x="708" y="373"/>
                </a:cxn>
                <a:cxn ang="0">
                  <a:pos x="708" y="375"/>
                </a:cxn>
                <a:cxn ang="0">
                  <a:pos x="710" y="374"/>
                </a:cxn>
                <a:cxn ang="0">
                  <a:pos x="721" y="335"/>
                </a:cxn>
                <a:cxn ang="0">
                  <a:pos x="748" y="236"/>
                </a:cxn>
                <a:cxn ang="0">
                  <a:pos x="820" y="203"/>
                </a:cxn>
                <a:cxn ang="0">
                  <a:pos x="883" y="173"/>
                </a:cxn>
                <a:cxn ang="0">
                  <a:pos x="943" y="147"/>
                </a:cxn>
                <a:cxn ang="0">
                  <a:pos x="688" y="147"/>
                </a:cxn>
                <a:cxn ang="0">
                  <a:pos x="752" y="87"/>
                </a:cxn>
                <a:cxn ang="0">
                  <a:pos x="779" y="61"/>
                </a:cxn>
                <a:cxn ang="0">
                  <a:pos x="759" y="147"/>
                </a:cxn>
                <a:cxn ang="0">
                  <a:pos x="688" y="147"/>
                </a:cxn>
                <a:cxn ang="0">
                  <a:pos x="943" y="147"/>
                </a:cxn>
                <a:cxn ang="0">
                  <a:pos x="770" y="161"/>
                </a:cxn>
                <a:cxn ang="0">
                  <a:pos x="871" y="163"/>
                </a:cxn>
                <a:cxn ang="0">
                  <a:pos x="837" y="181"/>
                </a:cxn>
                <a:cxn ang="0">
                  <a:pos x="752" y="224"/>
                </a:cxn>
                <a:cxn ang="0">
                  <a:pos x="770" y="161"/>
                </a:cxn>
                <a:cxn ang="0">
                  <a:pos x="943" y="147"/>
                </a:cxn>
              </a:cxnLst>
              <a:rect l="0" t="0" r="r" b="b"/>
              <a:pathLst>
                <a:path w="944" h="376">
                  <a:moveTo>
                    <a:pt x="943" y="147"/>
                  </a:moveTo>
                  <a:lnTo>
                    <a:pt x="775" y="147"/>
                  </a:lnTo>
                  <a:lnTo>
                    <a:pt x="816" y="0"/>
                  </a:lnTo>
                  <a:lnTo>
                    <a:pt x="672" y="147"/>
                  </a:lnTo>
                  <a:lnTo>
                    <a:pt x="3" y="147"/>
                  </a:lnTo>
                  <a:lnTo>
                    <a:pt x="0" y="148"/>
                  </a:lnTo>
                  <a:lnTo>
                    <a:pt x="3" y="149"/>
                  </a:lnTo>
                  <a:lnTo>
                    <a:pt x="106" y="151"/>
                  </a:lnTo>
                  <a:lnTo>
                    <a:pt x="332" y="153"/>
                  </a:lnTo>
                  <a:lnTo>
                    <a:pt x="660" y="159"/>
                  </a:lnTo>
                  <a:lnTo>
                    <a:pt x="600" y="221"/>
                  </a:lnTo>
                  <a:lnTo>
                    <a:pt x="578" y="245"/>
                  </a:lnTo>
                  <a:lnTo>
                    <a:pt x="580" y="245"/>
                  </a:lnTo>
                  <a:lnTo>
                    <a:pt x="606" y="221"/>
                  </a:lnTo>
                  <a:lnTo>
                    <a:pt x="673" y="160"/>
                  </a:lnTo>
                  <a:lnTo>
                    <a:pt x="756" y="160"/>
                  </a:lnTo>
                  <a:lnTo>
                    <a:pt x="748" y="195"/>
                  </a:lnTo>
                  <a:lnTo>
                    <a:pt x="740" y="230"/>
                  </a:lnTo>
                  <a:lnTo>
                    <a:pt x="567" y="318"/>
                  </a:lnTo>
                  <a:lnTo>
                    <a:pt x="471" y="368"/>
                  </a:lnTo>
                  <a:lnTo>
                    <a:pt x="472" y="369"/>
                  </a:lnTo>
                  <a:lnTo>
                    <a:pt x="563" y="326"/>
                  </a:lnTo>
                  <a:lnTo>
                    <a:pt x="738" y="241"/>
                  </a:lnTo>
                  <a:lnTo>
                    <a:pt x="716" y="336"/>
                  </a:lnTo>
                  <a:lnTo>
                    <a:pt x="708" y="373"/>
                  </a:lnTo>
                  <a:lnTo>
                    <a:pt x="708" y="375"/>
                  </a:lnTo>
                  <a:lnTo>
                    <a:pt x="710" y="374"/>
                  </a:lnTo>
                  <a:lnTo>
                    <a:pt x="721" y="335"/>
                  </a:lnTo>
                  <a:lnTo>
                    <a:pt x="748" y="236"/>
                  </a:lnTo>
                  <a:lnTo>
                    <a:pt x="820" y="203"/>
                  </a:lnTo>
                  <a:lnTo>
                    <a:pt x="883" y="173"/>
                  </a:lnTo>
                  <a:lnTo>
                    <a:pt x="943" y="147"/>
                  </a:lnTo>
                  <a:lnTo>
                    <a:pt x="688" y="147"/>
                  </a:lnTo>
                  <a:lnTo>
                    <a:pt x="752" y="87"/>
                  </a:lnTo>
                  <a:lnTo>
                    <a:pt x="779" y="61"/>
                  </a:lnTo>
                  <a:lnTo>
                    <a:pt x="759" y="147"/>
                  </a:lnTo>
                  <a:lnTo>
                    <a:pt x="688" y="147"/>
                  </a:lnTo>
                  <a:lnTo>
                    <a:pt x="943" y="147"/>
                  </a:lnTo>
                  <a:lnTo>
                    <a:pt x="770" y="161"/>
                  </a:lnTo>
                  <a:lnTo>
                    <a:pt x="871" y="163"/>
                  </a:lnTo>
                  <a:lnTo>
                    <a:pt x="837" y="181"/>
                  </a:lnTo>
                  <a:lnTo>
                    <a:pt x="752" y="224"/>
                  </a:lnTo>
                  <a:lnTo>
                    <a:pt x="770" y="161"/>
                  </a:lnTo>
                  <a:lnTo>
                    <a:pt x="943" y="147"/>
                  </a:lnTo>
                </a:path>
              </a:pathLst>
            </a:custGeom>
            <a:grpFill/>
            <a:ln w="12700" cap="rnd" cmpd="sng">
              <a:noFill/>
              <a:prstDash val="solid"/>
              <a:round/>
              <a:headEnd type="none" w="med" len="med"/>
              <a:tailEnd type="none" w="med" len="med"/>
            </a:ln>
            <a:effectLst/>
          </p:spPr>
          <p:txBody>
            <a:bodyPr/>
            <a:lstStyle/>
            <a:p>
              <a:pPr eaLnBrk="0" fontAlgn="base" hangingPunct="0">
                <a:spcBef>
                  <a:spcPct val="0"/>
                </a:spcBef>
                <a:spcAft>
                  <a:spcPct val="0"/>
                </a:spcAft>
              </a:pPr>
              <a:endParaRPr lang="en-US" sz="2400" b="1">
                <a:solidFill>
                  <a:srgbClr val="FAFD00"/>
                </a:solidFill>
                <a:effectLst>
                  <a:outerShdw blurRad="38100" dist="38100" dir="2700000" algn="tl">
                    <a:srgbClr val="C0C0C0"/>
                  </a:outerShdw>
                </a:effectLst>
                <a:cs typeface="Arial" charset="0"/>
              </a:endParaRPr>
            </a:p>
          </p:txBody>
        </p:sp>
        <p:sp>
          <p:nvSpPr>
            <p:cNvPr id="7" name="Freeform 7"/>
            <p:cNvSpPr>
              <a:spLocks/>
            </p:cNvSpPr>
            <p:nvPr/>
          </p:nvSpPr>
          <p:spPr bwMode="black">
            <a:xfrm>
              <a:off x="299" y="3549"/>
              <a:ext cx="56" cy="68"/>
            </a:xfrm>
            <a:custGeom>
              <a:avLst/>
              <a:gdLst/>
              <a:ahLst/>
              <a:cxnLst>
                <a:cxn ang="0">
                  <a:pos x="14" y="0"/>
                </a:cxn>
                <a:cxn ang="0">
                  <a:pos x="40" y="0"/>
                </a:cxn>
                <a:cxn ang="0">
                  <a:pos x="30" y="49"/>
                </a:cxn>
                <a:cxn ang="0">
                  <a:pos x="55" y="49"/>
                </a:cxn>
                <a:cxn ang="0">
                  <a:pos x="50" y="67"/>
                </a:cxn>
                <a:cxn ang="0">
                  <a:pos x="0" y="67"/>
                </a:cxn>
                <a:cxn ang="0">
                  <a:pos x="14" y="0"/>
                </a:cxn>
              </a:cxnLst>
              <a:rect l="0" t="0" r="r" b="b"/>
              <a:pathLst>
                <a:path w="56" h="68">
                  <a:moveTo>
                    <a:pt x="14" y="0"/>
                  </a:moveTo>
                  <a:lnTo>
                    <a:pt x="40" y="0"/>
                  </a:lnTo>
                  <a:lnTo>
                    <a:pt x="30" y="49"/>
                  </a:lnTo>
                  <a:lnTo>
                    <a:pt x="55" y="49"/>
                  </a:lnTo>
                  <a:lnTo>
                    <a:pt x="50" y="67"/>
                  </a:lnTo>
                  <a:lnTo>
                    <a:pt x="0" y="67"/>
                  </a:lnTo>
                  <a:lnTo>
                    <a:pt x="14" y="0"/>
                  </a:lnTo>
                </a:path>
              </a:pathLst>
            </a:custGeom>
            <a:grpFill/>
            <a:ln w="12700" cap="rnd" cmpd="sng">
              <a:noFill/>
              <a:prstDash val="solid"/>
              <a:round/>
              <a:headEnd type="none" w="med" len="med"/>
              <a:tailEnd type="none" w="med" len="med"/>
            </a:ln>
            <a:effectLst/>
          </p:spPr>
          <p:txBody>
            <a:bodyPr/>
            <a:lstStyle/>
            <a:p>
              <a:pPr eaLnBrk="0" fontAlgn="base" hangingPunct="0">
                <a:spcBef>
                  <a:spcPct val="0"/>
                </a:spcBef>
                <a:spcAft>
                  <a:spcPct val="0"/>
                </a:spcAft>
              </a:pPr>
              <a:endParaRPr lang="en-US" sz="2400" b="1">
                <a:solidFill>
                  <a:srgbClr val="FAFD00"/>
                </a:solidFill>
                <a:effectLst>
                  <a:outerShdw blurRad="38100" dist="38100" dir="2700000" algn="tl">
                    <a:srgbClr val="C0C0C0"/>
                  </a:outerShdw>
                </a:effectLst>
                <a:cs typeface="Arial" charset="0"/>
              </a:endParaRPr>
            </a:p>
          </p:txBody>
        </p:sp>
        <p:sp>
          <p:nvSpPr>
            <p:cNvPr id="8" name="Freeform 8"/>
            <p:cNvSpPr>
              <a:spLocks/>
            </p:cNvSpPr>
            <p:nvPr/>
          </p:nvSpPr>
          <p:spPr bwMode="black">
            <a:xfrm>
              <a:off x="415" y="3547"/>
              <a:ext cx="74" cy="72"/>
            </a:xfrm>
            <a:custGeom>
              <a:avLst/>
              <a:gdLst/>
              <a:ahLst/>
              <a:cxnLst>
                <a:cxn ang="0">
                  <a:pos x="44" y="0"/>
                </a:cxn>
                <a:cxn ang="0">
                  <a:pos x="59" y="3"/>
                </a:cxn>
                <a:cxn ang="0">
                  <a:pos x="69" y="10"/>
                </a:cxn>
                <a:cxn ang="0">
                  <a:pos x="73" y="21"/>
                </a:cxn>
                <a:cxn ang="0">
                  <a:pos x="72" y="36"/>
                </a:cxn>
                <a:cxn ang="0">
                  <a:pos x="66" y="50"/>
                </a:cxn>
                <a:cxn ang="0">
                  <a:pos x="57" y="61"/>
                </a:cxn>
                <a:cxn ang="0">
                  <a:pos x="44" y="68"/>
                </a:cxn>
                <a:cxn ang="0">
                  <a:pos x="29" y="71"/>
                </a:cxn>
                <a:cxn ang="0">
                  <a:pos x="13" y="68"/>
                </a:cxn>
                <a:cxn ang="0">
                  <a:pos x="4" y="61"/>
                </a:cxn>
                <a:cxn ang="0">
                  <a:pos x="0" y="50"/>
                </a:cxn>
                <a:cxn ang="0">
                  <a:pos x="1" y="36"/>
                </a:cxn>
                <a:cxn ang="0">
                  <a:pos x="6" y="21"/>
                </a:cxn>
                <a:cxn ang="0">
                  <a:pos x="15" y="10"/>
                </a:cxn>
                <a:cxn ang="0">
                  <a:pos x="29" y="3"/>
                </a:cxn>
                <a:cxn ang="0">
                  <a:pos x="44" y="0"/>
                </a:cxn>
                <a:cxn ang="0">
                  <a:pos x="32" y="53"/>
                </a:cxn>
                <a:cxn ang="0">
                  <a:pos x="39" y="50"/>
                </a:cxn>
                <a:cxn ang="0">
                  <a:pos x="44" y="36"/>
                </a:cxn>
                <a:cxn ang="0">
                  <a:pos x="45" y="21"/>
                </a:cxn>
                <a:cxn ang="0">
                  <a:pos x="40" y="19"/>
                </a:cxn>
                <a:cxn ang="0">
                  <a:pos x="34" y="21"/>
                </a:cxn>
                <a:cxn ang="0">
                  <a:pos x="29" y="36"/>
                </a:cxn>
                <a:cxn ang="0">
                  <a:pos x="28" y="50"/>
                </a:cxn>
                <a:cxn ang="0">
                  <a:pos x="32" y="53"/>
                </a:cxn>
                <a:cxn ang="0">
                  <a:pos x="44" y="0"/>
                </a:cxn>
              </a:cxnLst>
              <a:rect l="0" t="0" r="r" b="b"/>
              <a:pathLst>
                <a:path w="74" h="72">
                  <a:moveTo>
                    <a:pt x="44" y="0"/>
                  </a:moveTo>
                  <a:lnTo>
                    <a:pt x="59" y="3"/>
                  </a:lnTo>
                  <a:lnTo>
                    <a:pt x="69" y="10"/>
                  </a:lnTo>
                  <a:lnTo>
                    <a:pt x="73" y="21"/>
                  </a:lnTo>
                  <a:lnTo>
                    <a:pt x="72" y="36"/>
                  </a:lnTo>
                  <a:lnTo>
                    <a:pt x="66" y="50"/>
                  </a:lnTo>
                  <a:lnTo>
                    <a:pt x="57" y="61"/>
                  </a:lnTo>
                  <a:lnTo>
                    <a:pt x="44" y="68"/>
                  </a:lnTo>
                  <a:lnTo>
                    <a:pt x="29" y="71"/>
                  </a:lnTo>
                  <a:lnTo>
                    <a:pt x="13" y="68"/>
                  </a:lnTo>
                  <a:lnTo>
                    <a:pt x="4" y="61"/>
                  </a:lnTo>
                  <a:lnTo>
                    <a:pt x="0" y="50"/>
                  </a:lnTo>
                  <a:lnTo>
                    <a:pt x="1" y="36"/>
                  </a:lnTo>
                  <a:lnTo>
                    <a:pt x="6" y="21"/>
                  </a:lnTo>
                  <a:lnTo>
                    <a:pt x="15" y="10"/>
                  </a:lnTo>
                  <a:lnTo>
                    <a:pt x="29" y="3"/>
                  </a:lnTo>
                  <a:lnTo>
                    <a:pt x="44" y="0"/>
                  </a:lnTo>
                  <a:lnTo>
                    <a:pt x="32" y="53"/>
                  </a:lnTo>
                  <a:lnTo>
                    <a:pt x="39" y="50"/>
                  </a:lnTo>
                  <a:lnTo>
                    <a:pt x="44" y="36"/>
                  </a:lnTo>
                  <a:lnTo>
                    <a:pt x="45" y="21"/>
                  </a:lnTo>
                  <a:lnTo>
                    <a:pt x="40" y="19"/>
                  </a:lnTo>
                  <a:lnTo>
                    <a:pt x="34" y="21"/>
                  </a:lnTo>
                  <a:lnTo>
                    <a:pt x="29" y="36"/>
                  </a:lnTo>
                  <a:lnTo>
                    <a:pt x="28" y="50"/>
                  </a:lnTo>
                  <a:lnTo>
                    <a:pt x="32" y="53"/>
                  </a:lnTo>
                  <a:lnTo>
                    <a:pt x="44" y="0"/>
                  </a:lnTo>
                </a:path>
              </a:pathLst>
            </a:custGeom>
            <a:grpFill/>
            <a:ln w="12700" cap="rnd" cmpd="sng">
              <a:noFill/>
              <a:prstDash val="solid"/>
              <a:round/>
              <a:headEnd type="none" w="med" len="med"/>
              <a:tailEnd type="none" w="med" len="med"/>
            </a:ln>
            <a:effectLst/>
          </p:spPr>
          <p:txBody>
            <a:bodyPr/>
            <a:lstStyle/>
            <a:p>
              <a:pPr eaLnBrk="0" fontAlgn="base" hangingPunct="0">
                <a:spcBef>
                  <a:spcPct val="0"/>
                </a:spcBef>
                <a:spcAft>
                  <a:spcPct val="0"/>
                </a:spcAft>
              </a:pPr>
              <a:endParaRPr lang="en-US" sz="2400" b="1">
                <a:solidFill>
                  <a:srgbClr val="FAFD00"/>
                </a:solidFill>
                <a:effectLst>
                  <a:outerShdw blurRad="38100" dist="38100" dir="2700000" algn="tl">
                    <a:srgbClr val="C0C0C0"/>
                  </a:outerShdw>
                </a:effectLst>
                <a:cs typeface="Arial" charset="0"/>
              </a:endParaRPr>
            </a:p>
          </p:txBody>
        </p:sp>
        <p:sp>
          <p:nvSpPr>
            <p:cNvPr id="9" name="Freeform 9"/>
            <p:cNvSpPr>
              <a:spLocks/>
            </p:cNvSpPr>
            <p:nvPr/>
          </p:nvSpPr>
          <p:spPr bwMode="black">
            <a:xfrm>
              <a:off x="546" y="3547"/>
              <a:ext cx="72" cy="72"/>
            </a:xfrm>
            <a:custGeom>
              <a:avLst/>
              <a:gdLst/>
              <a:ahLst/>
              <a:cxnLst>
                <a:cxn ang="0">
                  <a:pos x="68" y="44"/>
                </a:cxn>
                <a:cxn ang="0">
                  <a:pos x="62" y="56"/>
                </a:cxn>
                <a:cxn ang="0">
                  <a:pos x="52" y="64"/>
                </a:cxn>
                <a:cxn ang="0">
                  <a:pos x="41" y="69"/>
                </a:cxn>
                <a:cxn ang="0">
                  <a:pos x="29" y="71"/>
                </a:cxn>
                <a:cxn ang="0">
                  <a:pos x="14" y="68"/>
                </a:cxn>
                <a:cxn ang="0">
                  <a:pos x="4" y="61"/>
                </a:cxn>
                <a:cxn ang="0">
                  <a:pos x="0" y="50"/>
                </a:cxn>
                <a:cxn ang="0">
                  <a:pos x="1" y="36"/>
                </a:cxn>
                <a:cxn ang="0">
                  <a:pos x="6" y="21"/>
                </a:cxn>
                <a:cxn ang="0">
                  <a:pos x="15" y="10"/>
                </a:cxn>
                <a:cxn ang="0">
                  <a:pos x="28" y="3"/>
                </a:cxn>
                <a:cxn ang="0">
                  <a:pos x="44" y="0"/>
                </a:cxn>
                <a:cxn ang="0">
                  <a:pos x="56" y="1"/>
                </a:cxn>
                <a:cxn ang="0">
                  <a:pos x="66" y="6"/>
                </a:cxn>
                <a:cxn ang="0">
                  <a:pos x="71" y="14"/>
                </a:cxn>
                <a:cxn ang="0">
                  <a:pos x="71" y="26"/>
                </a:cxn>
                <a:cxn ang="0">
                  <a:pos x="46" y="26"/>
                </a:cxn>
                <a:cxn ang="0">
                  <a:pos x="41" y="19"/>
                </a:cxn>
                <a:cxn ang="0">
                  <a:pos x="34" y="23"/>
                </a:cxn>
                <a:cxn ang="0">
                  <a:pos x="29" y="36"/>
                </a:cxn>
                <a:cxn ang="0">
                  <a:pos x="27" y="48"/>
                </a:cxn>
                <a:cxn ang="0">
                  <a:pos x="33" y="53"/>
                </a:cxn>
                <a:cxn ang="0">
                  <a:pos x="41" y="44"/>
                </a:cxn>
                <a:cxn ang="0">
                  <a:pos x="68" y="44"/>
                </a:cxn>
              </a:cxnLst>
              <a:rect l="0" t="0" r="r" b="b"/>
              <a:pathLst>
                <a:path w="72" h="72">
                  <a:moveTo>
                    <a:pt x="68" y="44"/>
                  </a:moveTo>
                  <a:lnTo>
                    <a:pt x="62" y="56"/>
                  </a:lnTo>
                  <a:lnTo>
                    <a:pt x="52" y="64"/>
                  </a:lnTo>
                  <a:lnTo>
                    <a:pt x="41" y="69"/>
                  </a:lnTo>
                  <a:lnTo>
                    <a:pt x="29" y="71"/>
                  </a:lnTo>
                  <a:lnTo>
                    <a:pt x="14" y="68"/>
                  </a:lnTo>
                  <a:lnTo>
                    <a:pt x="4" y="61"/>
                  </a:lnTo>
                  <a:lnTo>
                    <a:pt x="0" y="50"/>
                  </a:lnTo>
                  <a:lnTo>
                    <a:pt x="1" y="36"/>
                  </a:lnTo>
                  <a:lnTo>
                    <a:pt x="6" y="21"/>
                  </a:lnTo>
                  <a:lnTo>
                    <a:pt x="15" y="10"/>
                  </a:lnTo>
                  <a:lnTo>
                    <a:pt x="28" y="3"/>
                  </a:lnTo>
                  <a:lnTo>
                    <a:pt x="44" y="0"/>
                  </a:lnTo>
                  <a:lnTo>
                    <a:pt x="56" y="1"/>
                  </a:lnTo>
                  <a:lnTo>
                    <a:pt x="66" y="6"/>
                  </a:lnTo>
                  <a:lnTo>
                    <a:pt x="71" y="14"/>
                  </a:lnTo>
                  <a:lnTo>
                    <a:pt x="71" y="26"/>
                  </a:lnTo>
                  <a:lnTo>
                    <a:pt x="46" y="26"/>
                  </a:lnTo>
                  <a:lnTo>
                    <a:pt x="41" y="19"/>
                  </a:lnTo>
                  <a:lnTo>
                    <a:pt x="34" y="23"/>
                  </a:lnTo>
                  <a:lnTo>
                    <a:pt x="29" y="36"/>
                  </a:lnTo>
                  <a:lnTo>
                    <a:pt x="27" y="48"/>
                  </a:lnTo>
                  <a:lnTo>
                    <a:pt x="33" y="53"/>
                  </a:lnTo>
                  <a:lnTo>
                    <a:pt x="41" y="44"/>
                  </a:lnTo>
                  <a:lnTo>
                    <a:pt x="68" y="44"/>
                  </a:lnTo>
                </a:path>
              </a:pathLst>
            </a:custGeom>
            <a:grpFill/>
            <a:ln w="12700" cap="rnd" cmpd="sng">
              <a:noFill/>
              <a:prstDash val="solid"/>
              <a:round/>
              <a:headEnd type="none" w="med" len="med"/>
              <a:tailEnd type="none" w="med" len="med"/>
            </a:ln>
            <a:effectLst/>
          </p:spPr>
          <p:txBody>
            <a:bodyPr/>
            <a:lstStyle/>
            <a:p>
              <a:pPr eaLnBrk="0" fontAlgn="base" hangingPunct="0">
                <a:spcBef>
                  <a:spcPct val="0"/>
                </a:spcBef>
                <a:spcAft>
                  <a:spcPct val="0"/>
                </a:spcAft>
              </a:pPr>
              <a:endParaRPr lang="en-US" sz="2400" b="1">
                <a:solidFill>
                  <a:srgbClr val="FAFD00"/>
                </a:solidFill>
                <a:effectLst>
                  <a:outerShdw blurRad="38100" dist="38100" dir="2700000" algn="tl">
                    <a:srgbClr val="C0C0C0"/>
                  </a:outerShdw>
                </a:effectLst>
                <a:cs typeface="Arial" charset="0"/>
              </a:endParaRPr>
            </a:p>
          </p:txBody>
        </p:sp>
        <p:sp>
          <p:nvSpPr>
            <p:cNvPr id="10" name="Freeform 10"/>
            <p:cNvSpPr>
              <a:spLocks/>
            </p:cNvSpPr>
            <p:nvPr/>
          </p:nvSpPr>
          <p:spPr bwMode="black">
            <a:xfrm>
              <a:off x="680" y="3549"/>
              <a:ext cx="87" cy="68"/>
            </a:xfrm>
            <a:custGeom>
              <a:avLst/>
              <a:gdLst/>
              <a:ahLst/>
              <a:cxnLst>
                <a:cxn ang="0">
                  <a:pos x="15" y="0"/>
                </a:cxn>
                <a:cxn ang="0">
                  <a:pos x="42" y="0"/>
                </a:cxn>
                <a:cxn ang="0">
                  <a:pos x="35" y="28"/>
                </a:cxn>
                <a:cxn ang="0">
                  <a:pos x="56" y="0"/>
                </a:cxn>
                <a:cxn ang="0">
                  <a:pos x="86" y="0"/>
                </a:cxn>
                <a:cxn ang="0">
                  <a:pos x="60" y="32"/>
                </a:cxn>
                <a:cxn ang="0">
                  <a:pos x="73" y="67"/>
                </a:cxn>
                <a:cxn ang="0">
                  <a:pos x="44" y="67"/>
                </a:cxn>
                <a:cxn ang="0">
                  <a:pos x="34" y="37"/>
                </a:cxn>
                <a:cxn ang="0">
                  <a:pos x="27" y="67"/>
                </a:cxn>
                <a:cxn ang="0">
                  <a:pos x="0" y="67"/>
                </a:cxn>
                <a:cxn ang="0">
                  <a:pos x="15" y="0"/>
                </a:cxn>
              </a:cxnLst>
              <a:rect l="0" t="0" r="r" b="b"/>
              <a:pathLst>
                <a:path w="87" h="68">
                  <a:moveTo>
                    <a:pt x="15" y="0"/>
                  </a:moveTo>
                  <a:lnTo>
                    <a:pt x="42" y="0"/>
                  </a:lnTo>
                  <a:lnTo>
                    <a:pt x="35" y="28"/>
                  </a:lnTo>
                  <a:lnTo>
                    <a:pt x="56" y="0"/>
                  </a:lnTo>
                  <a:lnTo>
                    <a:pt x="86" y="0"/>
                  </a:lnTo>
                  <a:lnTo>
                    <a:pt x="60" y="32"/>
                  </a:lnTo>
                  <a:lnTo>
                    <a:pt x="73" y="67"/>
                  </a:lnTo>
                  <a:lnTo>
                    <a:pt x="44" y="67"/>
                  </a:lnTo>
                  <a:lnTo>
                    <a:pt x="34" y="37"/>
                  </a:lnTo>
                  <a:lnTo>
                    <a:pt x="27" y="67"/>
                  </a:lnTo>
                  <a:lnTo>
                    <a:pt x="0" y="67"/>
                  </a:lnTo>
                  <a:lnTo>
                    <a:pt x="15" y="0"/>
                  </a:lnTo>
                </a:path>
              </a:pathLst>
            </a:custGeom>
            <a:grpFill/>
            <a:ln w="12700" cap="rnd" cmpd="sng">
              <a:noFill/>
              <a:prstDash val="solid"/>
              <a:round/>
              <a:headEnd type="none" w="med" len="med"/>
              <a:tailEnd type="none" w="med" len="med"/>
            </a:ln>
            <a:effectLst/>
          </p:spPr>
          <p:txBody>
            <a:bodyPr/>
            <a:lstStyle/>
            <a:p>
              <a:pPr eaLnBrk="0" fontAlgn="base" hangingPunct="0">
                <a:spcBef>
                  <a:spcPct val="0"/>
                </a:spcBef>
                <a:spcAft>
                  <a:spcPct val="0"/>
                </a:spcAft>
              </a:pPr>
              <a:endParaRPr lang="en-US" sz="2400" b="1">
                <a:solidFill>
                  <a:srgbClr val="FAFD00"/>
                </a:solidFill>
                <a:effectLst>
                  <a:outerShdw blurRad="38100" dist="38100" dir="2700000" algn="tl">
                    <a:srgbClr val="C0C0C0"/>
                  </a:outerShdw>
                </a:effectLst>
                <a:cs typeface="Arial" charset="0"/>
              </a:endParaRPr>
            </a:p>
          </p:txBody>
        </p:sp>
        <p:sp>
          <p:nvSpPr>
            <p:cNvPr id="11" name="Freeform 11"/>
            <p:cNvSpPr>
              <a:spLocks/>
            </p:cNvSpPr>
            <p:nvPr/>
          </p:nvSpPr>
          <p:spPr bwMode="black">
            <a:xfrm>
              <a:off x="818" y="3549"/>
              <a:ext cx="82" cy="68"/>
            </a:xfrm>
            <a:custGeom>
              <a:avLst/>
              <a:gdLst/>
              <a:ahLst/>
              <a:cxnLst>
                <a:cxn ang="0">
                  <a:pos x="44" y="42"/>
                </a:cxn>
                <a:cxn ang="0">
                  <a:pos x="33" y="42"/>
                </a:cxn>
                <a:cxn ang="0">
                  <a:pos x="27" y="67"/>
                </a:cxn>
                <a:cxn ang="0">
                  <a:pos x="0" y="67"/>
                </a:cxn>
                <a:cxn ang="0">
                  <a:pos x="15" y="0"/>
                </a:cxn>
                <a:cxn ang="0">
                  <a:pos x="42" y="0"/>
                </a:cxn>
                <a:cxn ang="0">
                  <a:pos x="36" y="23"/>
                </a:cxn>
                <a:cxn ang="0">
                  <a:pos x="49" y="23"/>
                </a:cxn>
                <a:cxn ang="0">
                  <a:pos x="54" y="0"/>
                </a:cxn>
                <a:cxn ang="0">
                  <a:pos x="81" y="0"/>
                </a:cxn>
                <a:cxn ang="0">
                  <a:pos x="68" y="67"/>
                </a:cxn>
                <a:cxn ang="0">
                  <a:pos x="40" y="67"/>
                </a:cxn>
                <a:cxn ang="0">
                  <a:pos x="44" y="42"/>
                </a:cxn>
              </a:cxnLst>
              <a:rect l="0" t="0" r="r" b="b"/>
              <a:pathLst>
                <a:path w="82" h="68">
                  <a:moveTo>
                    <a:pt x="44" y="42"/>
                  </a:moveTo>
                  <a:lnTo>
                    <a:pt x="33" y="42"/>
                  </a:lnTo>
                  <a:lnTo>
                    <a:pt x="27" y="67"/>
                  </a:lnTo>
                  <a:lnTo>
                    <a:pt x="0" y="67"/>
                  </a:lnTo>
                  <a:lnTo>
                    <a:pt x="15" y="0"/>
                  </a:lnTo>
                  <a:lnTo>
                    <a:pt x="42" y="0"/>
                  </a:lnTo>
                  <a:lnTo>
                    <a:pt x="36" y="23"/>
                  </a:lnTo>
                  <a:lnTo>
                    <a:pt x="49" y="23"/>
                  </a:lnTo>
                  <a:lnTo>
                    <a:pt x="54" y="0"/>
                  </a:lnTo>
                  <a:lnTo>
                    <a:pt x="81" y="0"/>
                  </a:lnTo>
                  <a:lnTo>
                    <a:pt x="68" y="67"/>
                  </a:lnTo>
                  <a:lnTo>
                    <a:pt x="40" y="67"/>
                  </a:lnTo>
                  <a:lnTo>
                    <a:pt x="44" y="42"/>
                  </a:lnTo>
                </a:path>
              </a:pathLst>
            </a:custGeom>
            <a:grpFill/>
            <a:ln w="12700" cap="rnd" cmpd="sng">
              <a:noFill/>
              <a:prstDash val="solid"/>
              <a:round/>
              <a:headEnd type="none" w="med" len="med"/>
              <a:tailEnd type="none" w="med" len="med"/>
            </a:ln>
            <a:effectLst/>
          </p:spPr>
          <p:txBody>
            <a:bodyPr/>
            <a:lstStyle/>
            <a:p>
              <a:pPr eaLnBrk="0" fontAlgn="base" hangingPunct="0">
                <a:spcBef>
                  <a:spcPct val="0"/>
                </a:spcBef>
                <a:spcAft>
                  <a:spcPct val="0"/>
                </a:spcAft>
              </a:pPr>
              <a:endParaRPr lang="en-US" sz="2400" b="1">
                <a:solidFill>
                  <a:srgbClr val="FAFD00"/>
                </a:solidFill>
                <a:effectLst>
                  <a:outerShdw blurRad="38100" dist="38100" dir="2700000" algn="tl">
                    <a:srgbClr val="C0C0C0"/>
                  </a:outerShdw>
                </a:effectLst>
                <a:cs typeface="Arial" charset="0"/>
              </a:endParaRPr>
            </a:p>
          </p:txBody>
        </p:sp>
        <p:sp>
          <p:nvSpPr>
            <p:cNvPr id="12" name="Freeform 12"/>
            <p:cNvSpPr>
              <a:spLocks/>
            </p:cNvSpPr>
            <p:nvPr/>
          </p:nvSpPr>
          <p:spPr bwMode="black">
            <a:xfrm>
              <a:off x="957" y="3549"/>
              <a:ext cx="68" cy="68"/>
            </a:xfrm>
            <a:custGeom>
              <a:avLst/>
              <a:gdLst/>
              <a:ahLst/>
              <a:cxnLst>
                <a:cxn ang="0">
                  <a:pos x="14" y="0"/>
                </a:cxn>
                <a:cxn ang="0">
                  <a:pos x="67" y="0"/>
                </a:cxn>
                <a:cxn ang="0">
                  <a:pos x="64" y="18"/>
                </a:cxn>
                <a:cxn ang="0">
                  <a:pos x="37" y="18"/>
                </a:cxn>
                <a:cxn ang="0">
                  <a:pos x="35" y="24"/>
                </a:cxn>
                <a:cxn ang="0">
                  <a:pos x="59" y="24"/>
                </a:cxn>
                <a:cxn ang="0">
                  <a:pos x="56" y="42"/>
                </a:cxn>
                <a:cxn ang="0">
                  <a:pos x="31" y="42"/>
                </a:cxn>
                <a:cxn ang="0">
                  <a:pos x="29" y="49"/>
                </a:cxn>
                <a:cxn ang="0">
                  <a:pos x="57" y="49"/>
                </a:cxn>
                <a:cxn ang="0">
                  <a:pos x="54" y="67"/>
                </a:cxn>
                <a:cxn ang="0">
                  <a:pos x="0" y="67"/>
                </a:cxn>
                <a:cxn ang="0">
                  <a:pos x="14" y="0"/>
                </a:cxn>
              </a:cxnLst>
              <a:rect l="0" t="0" r="r" b="b"/>
              <a:pathLst>
                <a:path w="68" h="68">
                  <a:moveTo>
                    <a:pt x="14" y="0"/>
                  </a:moveTo>
                  <a:lnTo>
                    <a:pt x="67" y="0"/>
                  </a:lnTo>
                  <a:lnTo>
                    <a:pt x="64" y="18"/>
                  </a:lnTo>
                  <a:lnTo>
                    <a:pt x="37" y="18"/>
                  </a:lnTo>
                  <a:lnTo>
                    <a:pt x="35" y="24"/>
                  </a:lnTo>
                  <a:lnTo>
                    <a:pt x="59" y="24"/>
                  </a:lnTo>
                  <a:lnTo>
                    <a:pt x="56" y="42"/>
                  </a:lnTo>
                  <a:lnTo>
                    <a:pt x="31" y="42"/>
                  </a:lnTo>
                  <a:lnTo>
                    <a:pt x="29" y="49"/>
                  </a:lnTo>
                  <a:lnTo>
                    <a:pt x="57" y="49"/>
                  </a:lnTo>
                  <a:lnTo>
                    <a:pt x="54" y="67"/>
                  </a:lnTo>
                  <a:lnTo>
                    <a:pt x="0" y="67"/>
                  </a:lnTo>
                  <a:lnTo>
                    <a:pt x="14" y="0"/>
                  </a:lnTo>
                </a:path>
              </a:pathLst>
            </a:custGeom>
            <a:grpFill/>
            <a:ln w="12700" cap="rnd" cmpd="sng">
              <a:noFill/>
              <a:prstDash val="solid"/>
              <a:round/>
              <a:headEnd type="none" w="med" len="med"/>
              <a:tailEnd type="none" w="med" len="med"/>
            </a:ln>
            <a:effectLst/>
          </p:spPr>
          <p:txBody>
            <a:bodyPr/>
            <a:lstStyle/>
            <a:p>
              <a:pPr eaLnBrk="0" fontAlgn="base" hangingPunct="0">
                <a:spcBef>
                  <a:spcPct val="0"/>
                </a:spcBef>
                <a:spcAft>
                  <a:spcPct val="0"/>
                </a:spcAft>
              </a:pPr>
              <a:endParaRPr lang="en-US" sz="2400" b="1">
                <a:solidFill>
                  <a:srgbClr val="FAFD00"/>
                </a:solidFill>
                <a:effectLst>
                  <a:outerShdw blurRad="38100" dist="38100" dir="2700000" algn="tl">
                    <a:srgbClr val="C0C0C0"/>
                  </a:outerShdw>
                </a:effectLst>
                <a:cs typeface="Arial" charset="0"/>
              </a:endParaRPr>
            </a:p>
          </p:txBody>
        </p:sp>
        <p:sp>
          <p:nvSpPr>
            <p:cNvPr id="13" name="Freeform 13"/>
            <p:cNvSpPr>
              <a:spLocks/>
            </p:cNvSpPr>
            <p:nvPr/>
          </p:nvSpPr>
          <p:spPr bwMode="black">
            <a:xfrm>
              <a:off x="1085" y="3549"/>
              <a:ext cx="66" cy="68"/>
            </a:xfrm>
            <a:custGeom>
              <a:avLst/>
              <a:gdLst/>
              <a:ahLst/>
              <a:cxnLst>
                <a:cxn ang="0">
                  <a:pos x="14" y="0"/>
                </a:cxn>
                <a:cxn ang="0">
                  <a:pos x="65" y="0"/>
                </a:cxn>
                <a:cxn ang="0">
                  <a:pos x="62" y="18"/>
                </a:cxn>
                <a:cxn ang="0">
                  <a:pos x="35" y="18"/>
                </a:cxn>
                <a:cxn ang="0">
                  <a:pos x="35" y="24"/>
                </a:cxn>
                <a:cxn ang="0">
                  <a:pos x="58" y="24"/>
                </a:cxn>
                <a:cxn ang="0">
                  <a:pos x="54" y="42"/>
                </a:cxn>
                <a:cxn ang="0">
                  <a:pos x="30" y="42"/>
                </a:cxn>
                <a:cxn ang="0">
                  <a:pos x="28" y="49"/>
                </a:cxn>
                <a:cxn ang="0">
                  <a:pos x="56" y="49"/>
                </a:cxn>
                <a:cxn ang="0">
                  <a:pos x="52" y="67"/>
                </a:cxn>
                <a:cxn ang="0">
                  <a:pos x="0" y="67"/>
                </a:cxn>
                <a:cxn ang="0">
                  <a:pos x="14" y="0"/>
                </a:cxn>
              </a:cxnLst>
              <a:rect l="0" t="0" r="r" b="b"/>
              <a:pathLst>
                <a:path w="66" h="68">
                  <a:moveTo>
                    <a:pt x="14" y="0"/>
                  </a:moveTo>
                  <a:lnTo>
                    <a:pt x="65" y="0"/>
                  </a:lnTo>
                  <a:lnTo>
                    <a:pt x="62" y="18"/>
                  </a:lnTo>
                  <a:lnTo>
                    <a:pt x="35" y="18"/>
                  </a:lnTo>
                  <a:lnTo>
                    <a:pt x="35" y="24"/>
                  </a:lnTo>
                  <a:lnTo>
                    <a:pt x="58" y="24"/>
                  </a:lnTo>
                  <a:lnTo>
                    <a:pt x="54" y="42"/>
                  </a:lnTo>
                  <a:lnTo>
                    <a:pt x="30" y="42"/>
                  </a:lnTo>
                  <a:lnTo>
                    <a:pt x="28" y="49"/>
                  </a:lnTo>
                  <a:lnTo>
                    <a:pt x="56" y="49"/>
                  </a:lnTo>
                  <a:lnTo>
                    <a:pt x="52" y="67"/>
                  </a:lnTo>
                  <a:lnTo>
                    <a:pt x="0" y="67"/>
                  </a:lnTo>
                  <a:lnTo>
                    <a:pt x="14" y="0"/>
                  </a:lnTo>
                </a:path>
              </a:pathLst>
            </a:custGeom>
            <a:grpFill/>
            <a:ln w="12700" cap="rnd" cmpd="sng">
              <a:noFill/>
              <a:prstDash val="solid"/>
              <a:round/>
              <a:headEnd type="none" w="med" len="med"/>
              <a:tailEnd type="none" w="med" len="med"/>
            </a:ln>
            <a:effectLst/>
          </p:spPr>
          <p:txBody>
            <a:bodyPr/>
            <a:lstStyle/>
            <a:p>
              <a:pPr eaLnBrk="0" fontAlgn="base" hangingPunct="0">
                <a:spcBef>
                  <a:spcPct val="0"/>
                </a:spcBef>
                <a:spcAft>
                  <a:spcPct val="0"/>
                </a:spcAft>
              </a:pPr>
              <a:endParaRPr lang="en-US" sz="2400" b="1">
                <a:solidFill>
                  <a:srgbClr val="FAFD00"/>
                </a:solidFill>
                <a:effectLst>
                  <a:outerShdw blurRad="38100" dist="38100" dir="2700000" algn="tl">
                    <a:srgbClr val="C0C0C0"/>
                  </a:outerShdw>
                </a:effectLst>
                <a:cs typeface="Arial" charset="0"/>
              </a:endParaRPr>
            </a:p>
          </p:txBody>
        </p:sp>
        <p:sp>
          <p:nvSpPr>
            <p:cNvPr id="14" name="Freeform 14"/>
            <p:cNvSpPr>
              <a:spLocks/>
            </p:cNvSpPr>
            <p:nvPr/>
          </p:nvSpPr>
          <p:spPr bwMode="black">
            <a:xfrm>
              <a:off x="1213" y="3549"/>
              <a:ext cx="78" cy="68"/>
            </a:xfrm>
            <a:custGeom>
              <a:avLst/>
              <a:gdLst/>
              <a:ahLst/>
              <a:cxnLst>
                <a:cxn ang="0">
                  <a:pos x="14" y="0"/>
                </a:cxn>
                <a:cxn ang="0">
                  <a:pos x="46" y="0"/>
                </a:cxn>
                <a:cxn ang="0">
                  <a:pos x="63" y="3"/>
                </a:cxn>
                <a:cxn ang="0">
                  <a:pos x="72" y="10"/>
                </a:cxn>
                <a:cxn ang="0">
                  <a:pos x="77" y="21"/>
                </a:cxn>
                <a:cxn ang="0">
                  <a:pos x="75" y="34"/>
                </a:cxn>
                <a:cxn ang="0">
                  <a:pos x="69" y="48"/>
                </a:cxn>
                <a:cxn ang="0">
                  <a:pos x="60" y="58"/>
                </a:cxn>
                <a:cxn ang="0">
                  <a:pos x="48" y="64"/>
                </a:cxn>
                <a:cxn ang="0">
                  <a:pos x="33" y="67"/>
                </a:cxn>
                <a:cxn ang="0">
                  <a:pos x="0" y="67"/>
                </a:cxn>
                <a:cxn ang="0">
                  <a:pos x="14" y="0"/>
                </a:cxn>
                <a:cxn ang="0">
                  <a:pos x="29" y="51"/>
                </a:cxn>
                <a:cxn ang="0">
                  <a:pos x="33" y="51"/>
                </a:cxn>
                <a:cxn ang="0">
                  <a:pos x="42" y="47"/>
                </a:cxn>
                <a:cxn ang="0">
                  <a:pos x="47" y="34"/>
                </a:cxn>
                <a:cxn ang="0">
                  <a:pos x="48" y="20"/>
                </a:cxn>
                <a:cxn ang="0">
                  <a:pos x="40" y="15"/>
                </a:cxn>
                <a:cxn ang="0">
                  <a:pos x="37" y="15"/>
                </a:cxn>
                <a:cxn ang="0">
                  <a:pos x="29" y="51"/>
                </a:cxn>
                <a:cxn ang="0">
                  <a:pos x="14" y="0"/>
                </a:cxn>
              </a:cxnLst>
              <a:rect l="0" t="0" r="r" b="b"/>
              <a:pathLst>
                <a:path w="78" h="68">
                  <a:moveTo>
                    <a:pt x="14" y="0"/>
                  </a:moveTo>
                  <a:lnTo>
                    <a:pt x="46" y="0"/>
                  </a:lnTo>
                  <a:lnTo>
                    <a:pt x="63" y="3"/>
                  </a:lnTo>
                  <a:lnTo>
                    <a:pt x="72" y="10"/>
                  </a:lnTo>
                  <a:lnTo>
                    <a:pt x="77" y="21"/>
                  </a:lnTo>
                  <a:lnTo>
                    <a:pt x="75" y="34"/>
                  </a:lnTo>
                  <a:lnTo>
                    <a:pt x="69" y="48"/>
                  </a:lnTo>
                  <a:lnTo>
                    <a:pt x="60" y="58"/>
                  </a:lnTo>
                  <a:lnTo>
                    <a:pt x="48" y="64"/>
                  </a:lnTo>
                  <a:lnTo>
                    <a:pt x="33" y="67"/>
                  </a:lnTo>
                  <a:lnTo>
                    <a:pt x="0" y="67"/>
                  </a:lnTo>
                  <a:lnTo>
                    <a:pt x="14" y="0"/>
                  </a:lnTo>
                  <a:lnTo>
                    <a:pt x="29" y="51"/>
                  </a:lnTo>
                  <a:lnTo>
                    <a:pt x="33" y="51"/>
                  </a:lnTo>
                  <a:lnTo>
                    <a:pt x="42" y="47"/>
                  </a:lnTo>
                  <a:lnTo>
                    <a:pt x="47" y="34"/>
                  </a:lnTo>
                  <a:lnTo>
                    <a:pt x="48" y="20"/>
                  </a:lnTo>
                  <a:lnTo>
                    <a:pt x="40" y="15"/>
                  </a:lnTo>
                  <a:lnTo>
                    <a:pt x="37" y="15"/>
                  </a:lnTo>
                  <a:lnTo>
                    <a:pt x="29" y="51"/>
                  </a:lnTo>
                  <a:lnTo>
                    <a:pt x="14" y="0"/>
                  </a:lnTo>
                </a:path>
              </a:pathLst>
            </a:custGeom>
            <a:grpFill/>
            <a:ln w="12700" cap="rnd" cmpd="sng">
              <a:noFill/>
              <a:prstDash val="solid"/>
              <a:round/>
              <a:headEnd type="none" w="med" len="med"/>
              <a:tailEnd type="none" w="med" len="med"/>
            </a:ln>
            <a:effectLst/>
          </p:spPr>
          <p:txBody>
            <a:bodyPr/>
            <a:lstStyle/>
            <a:p>
              <a:pPr eaLnBrk="0" fontAlgn="base" hangingPunct="0">
                <a:spcBef>
                  <a:spcPct val="0"/>
                </a:spcBef>
                <a:spcAft>
                  <a:spcPct val="0"/>
                </a:spcAft>
              </a:pPr>
              <a:endParaRPr lang="en-US" sz="2400" b="1">
                <a:solidFill>
                  <a:srgbClr val="FAFD00"/>
                </a:solidFill>
                <a:effectLst>
                  <a:outerShdw blurRad="38100" dist="38100" dir="2700000" algn="tl">
                    <a:srgbClr val="C0C0C0"/>
                  </a:outerShdw>
                </a:effectLst>
                <a:cs typeface="Arial" charset="0"/>
              </a:endParaRPr>
            </a:p>
          </p:txBody>
        </p:sp>
        <p:sp>
          <p:nvSpPr>
            <p:cNvPr id="15" name="Freeform 15"/>
            <p:cNvSpPr>
              <a:spLocks/>
            </p:cNvSpPr>
            <p:nvPr/>
          </p:nvSpPr>
          <p:spPr bwMode="black">
            <a:xfrm>
              <a:off x="1405" y="3549"/>
              <a:ext cx="111" cy="68"/>
            </a:xfrm>
            <a:custGeom>
              <a:avLst/>
              <a:gdLst/>
              <a:ahLst/>
              <a:cxnLst>
                <a:cxn ang="0">
                  <a:pos x="81" y="19"/>
                </a:cxn>
                <a:cxn ang="0">
                  <a:pos x="61" y="67"/>
                </a:cxn>
                <a:cxn ang="0">
                  <a:pos x="34" y="67"/>
                </a:cxn>
                <a:cxn ang="0">
                  <a:pos x="36" y="19"/>
                </a:cxn>
                <a:cxn ang="0">
                  <a:pos x="35" y="19"/>
                </a:cxn>
                <a:cxn ang="0">
                  <a:pos x="24" y="67"/>
                </a:cxn>
                <a:cxn ang="0">
                  <a:pos x="0" y="67"/>
                </a:cxn>
                <a:cxn ang="0">
                  <a:pos x="16" y="0"/>
                </a:cxn>
                <a:cxn ang="0">
                  <a:pos x="54" y="0"/>
                </a:cxn>
                <a:cxn ang="0">
                  <a:pos x="53" y="39"/>
                </a:cxn>
                <a:cxn ang="0">
                  <a:pos x="54" y="39"/>
                </a:cxn>
                <a:cxn ang="0">
                  <a:pos x="70" y="0"/>
                </a:cxn>
                <a:cxn ang="0">
                  <a:pos x="110" y="0"/>
                </a:cxn>
                <a:cxn ang="0">
                  <a:pos x="94" y="67"/>
                </a:cxn>
                <a:cxn ang="0">
                  <a:pos x="71" y="67"/>
                </a:cxn>
                <a:cxn ang="0">
                  <a:pos x="81" y="19"/>
                </a:cxn>
              </a:cxnLst>
              <a:rect l="0" t="0" r="r" b="b"/>
              <a:pathLst>
                <a:path w="111" h="68">
                  <a:moveTo>
                    <a:pt x="81" y="19"/>
                  </a:moveTo>
                  <a:lnTo>
                    <a:pt x="61" y="67"/>
                  </a:lnTo>
                  <a:lnTo>
                    <a:pt x="34" y="67"/>
                  </a:lnTo>
                  <a:lnTo>
                    <a:pt x="36" y="19"/>
                  </a:lnTo>
                  <a:lnTo>
                    <a:pt x="35" y="19"/>
                  </a:lnTo>
                  <a:lnTo>
                    <a:pt x="24" y="67"/>
                  </a:lnTo>
                  <a:lnTo>
                    <a:pt x="0" y="67"/>
                  </a:lnTo>
                  <a:lnTo>
                    <a:pt x="16" y="0"/>
                  </a:lnTo>
                  <a:lnTo>
                    <a:pt x="54" y="0"/>
                  </a:lnTo>
                  <a:lnTo>
                    <a:pt x="53" y="39"/>
                  </a:lnTo>
                  <a:lnTo>
                    <a:pt x="54" y="39"/>
                  </a:lnTo>
                  <a:lnTo>
                    <a:pt x="70" y="0"/>
                  </a:lnTo>
                  <a:lnTo>
                    <a:pt x="110" y="0"/>
                  </a:lnTo>
                  <a:lnTo>
                    <a:pt x="94" y="67"/>
                  </a:lnTo>
                  <a:lnTo>
                    <a:pt x="71" y="67"/>
                  </a:lnTo>
                  <a:lnTo>
                    <a:pt x="81" y="19"/>
                  </a:lnTo>
                </a:path>
              </a:pathLst>
            </a:custGeom>
            <a:grpFill/>
            <a:ln w="12700" cap="rnd" cmpd="sng">
              <a:noFill/>
              <a:prstDash val="solid"/>
              <a:round/>
              <a:headEnd type="none" w="med" len="med"/>
              <a:tailEnd type="none" w="med" len="med"/>
            </a:ln>
            <a:effectLst/>
          </p:spPr>
          <p:txBody>
            <a:bodyPr/>
            <a:lstStyle/>
            <a:p>
              <a:pPr eaLnBrk="0" fontAlgn="base" hangingPunct="0">
                <a:spcBef>
                  <a:spcPct val="0"/>
                </a:spcBef>
                <a:spcAft>
                  <a:spcPct val="0"/>
                </a:spcAft>
              </a:pPr>
              <a:endParaRPr lang="en-US" sz="2400" b="1">
                <a:solidFill>
                  <a:srgbClr val="FAFD00"/>
                </a:solidFill>
                <a:effectLst>
                  <a:outerShdw blurRad="38100" dist="38100" dir="2700000" algn="tl">
                    <a:srgbClr val="C0C0C0"/>
                  </a:outerShdw>
                </a:effectLst>
                <a:cs typeface="Arial" charset="0"/>
              </a:endParaRPr>
            </a:p>
          </p:txBody>
        </p:sp>
        <p:sp>
          <p:nvSpPr>
            <p:cNvPr id="16" name="Freeform 16"/>
            <p:cNvSpPr>
              <a:spLocks/>
            </p:cNvSpPr>
            <p:nvPr/>
          </p:nvSpPr>
          <p:spPr bwMode="black">
            <a:xfrm>
              <a:off x="1562" y="3549"/>
              <a:ext cx="82" cy="68"/>
            </a:xfrm>
            <a:custGeom>
              <a:avLst/>
              <a:gdLst/>
              <a:ahLst/>
              <a:cxnLst>
                <a:cxn ang="0">
                  <a:pos x="37" y="0"/>
                </a:cxn>
                <a:cxn ang="0">
                  <a:pos x="73" y="0"/>
                </a:cxn>
                <a:cxn ang="0">
                  <a:pos x="81" y="67"/>
                </a:cxn>
                <a:cxn ang="0">
                  <a:pos x="52" y="67"/>
                </a:cxn>
                <a:cxn ang="0">
                  <a:pos x="51" y="55"/>
                </a:cxn>
                <a:cxn ang="0">
                  <a:pos x="32" y="55"/>
                </a:cxn>
                <a:cxn ang="0">
                  <a:pos x="27" y="67"/>
                </a:cxn>
                <a:cxn ang="0">
                  <a:pos x="0" y="67"/>
                </a:cxn>
                <a:cxn ang="0">
                  <a:pos x="37" y="0"/>
                </a:cxn>
                <a:cxn ang="0">
                  <a:pos x="51" y="39"/>
                </a:cxn>
                <a:cxn ang="0">
                  <a:pos x="51" y="14"/>
                </a:cxn>
                <a:cxn ang="0">
                  <a:pos x="41" y="39"/>
                </a:cxn>
                <a:cxn ang="0">
                  <a:pos x="51" y="39"/>
                </a:cxn>
                <a:cxn ang="0">
                  <a:pos x="37" y="0"/>
                </a:cxn>
              </a:cxnLst>
              <a:rect l="0" t="0" r="r" b="b"/>
              <a:pathLst>
                <a:path w="82" h="68">
                  <a:moveTo>
                    <a:pt x="37" y="0"/>
                  </a:moveTo>
                  <a:lnTo>
                    <a:pt x="73" y="0"/>
                  </a:lnTo>
                  <a:lnTo>
                    <a:pt x="81" y="67"/>
                  </a:lnTo>
                  <a:lnTo>
                    <a:pt x="52" y="67"/>
                  </a:lnTo>
                  <a:lnTo>
                    <a:pt x="51" y="55"/>
                  </a:lnTo>
                  <a:lnTo>
                    <a:pt x="32" y="55"/>
                  </a:lnTo>
                  <a:lnTo>
                    <a:pt x="27" y="67"/>
                  </a:lnTo>
                  <a:lnTo>
                    <a:pt x="0" y="67"/>
                  </a:lnTo>
                  <a:lnTo>
                    <a:pt x="37" y="0"/>
                  </a:lnTo>
                  <a:lnTo>
                    <a:pt x="51" y="39"/>
                  </a:lnTo>
                  <a:lnTo>
                    <a:pt x="51" y="14"/>
                  </a:lnTo>
                  <a:lnTo>
                    <a:pt x="41" y="39"/>
                  </a:lnTo>
                  <a:lnTo>
                    <a:pt x="51" y="39"/>
                  </a:lnTo>
                  <a:lnTo>
                    <a:pt x="37" y="0"/>
                  </a:lnTo>
                </a:path>
              </a:pathLst>
            </a:custGeom>
            <a:grpFill/>
            <a:ln w="12700" cap="rnd" cmpd="sng">
              <a:noFill/>
              <a:prstDash val="solid"/>
              <a:round/>
              <a:headEnd type="none" w="med" len="med"/>
              <a:tailEnd type="none" w="med" len="med"/>
            </a:ln>
            <a:effectLst/>
          </p:spPr>
          <p:txBody>
            <a:bodyPr/>
            <a:lstStyle/>
            <a:p>
              <a:pPr eaLnBrk="0" fontAlgn="base" hangingPunct="0">
                <a:spcBef>
                  <a:spcPct val="0"/>
                </a:spcBef>
                <a:spcAft>
                  <a:spcPct val="0"/>
                </a:spcAft>
              </a:pPr>
              <a:endParaRPr lang="en-US" sz="2400" b="1">
                <a:solidFill>
                  <a:srgbClr val="FAFD00"/>
                </a:solidFill>
                <a:effectLst>
                  <a:outerShdw blurRad="38100" dist="38100" dir="2700000" algn="tl">
                    <a:srgbClr val="C0C0C0"/>
                  </a:outerShdw>
                </a:effectLst>
                <a:cs typeface="Arial" charset="0"/>
              </a:endParaRPr>
            </a:p>
          </p:txBody>
        </p:sp>
        <p:sp>
          <p:nvSpPr>
            <p:cNvPr id="17" name="Freeform 17"/>
            <p:cNvSpPr>
              <a:spLocks/>
            </p:cNvSpPr>
            <p:nvPr/>
          </p:nvSpPr>
          <p:spPr bwMode="black">
            <a:xfrm>
              <a:off x="1714" y="3549"/>
              <a:ext cx="78" cy="68"/>
            </a:xfrm>
            <a:custGeom>
              <a:avLst/>
              <a:gdLst/>
              <a:ahLst/>
              <a:cxnLst>
                <a:cxn ang="0">
                  <a:pos x="15" y="0"/>
                </a:cxn>
                <a:cxn ang="0">
                  <a:pos x="56" y="0"/>
                </a:cxn>
                <a:cxn ang="0">
                  <a:pos x="73" y="4"/>
                </a:cxn>
                <a:cxn ang="0">
                  <a:pos x="77" y="18"/>
                </a:cxn>
                <a:cxn ang="0">
                  <a:pos x="71" y="27"/>
                </a:cxn>
                <a:cxn ang="0">
                  <a:pos x="58" y="34"/>
                </a:cxn>
                <a:cxn ang="0">
                  <a:pos x="69" y="41"/>
                </a:cxn>
                <a:cxn ang="0">
                  <a:pos x="69" y="52"/>
                </a:cxn>
                <a:cxn ang="0">
                  <a:pos x="69" y="67"/>
                </a:cxn>
                <a:cxn ang="0">
                  <a:pos x="41" y="67"/>
                </a:cxn>
                <a:cxn ang="0">
                  <a:pos x="42" y="47"/>
                </a:cxn>
                <a:cxn ang="0">
                  <a:pos x="36" y="42"/>
                </a:cxn>
                <a:cxn ang="0">
                  <a:pos x="33" y="42"/>
                </a:cxn>
                <a:cxn ang="0">
                  <a:pos x="28" y="67"/>
                </a:cxn>
                <a:cxn ang="0">
                  <a:pos x="0" y="67"/>
                </a:cxn>
                <a:cxn ang="0">
                  <a:pos x="15" y="0"/>
                </a:cxn>
                <a:cxn ang="0">
                  <a:pos x="38" y="28"/>
                </a:cxn>
                <a:cxn ang="0">
                  <a:pos x="46" y="26"/>
                </a:cxn>
                <a:cxn ang="0">
                  <a:pos x="48" y="21"/>
                </a:cxn>
                <a:cxn ang="0">
                  <a:pos x="41" y="15"/>
                </a:cxn>
                <a:cxn ang="0">
                  <a:pos x="39" y="15"/>
                </a:cxn>
                <a:cxn ang="0">
                  <a:pos x="36" y="28"/>
                </a:cxn>
                <a:cxn ang="0">
                  <a:pos x="38" y="28"/>
                </a:cxn>
                <a:cxn ang="0">
                  <a:pos x="15" y="0"/>
                </a:cxn>
              </a:cxnLst>
              <a:rect l="0" t="0" r="r" b="b"/>
              <a:pathLst>
                <a:path w="78" h="68">
                  <a:moveTo>
                    <a:pt x="15" y="0"/>
                  </a:moveTo>
                  <a:lnTo>
                    <a:pt x="56" y="0"/>
                  </a:lnTo>
                  <a:lnTo>
                    <a:pt x="73" y="4"/>
                  </a:lnTo>
                  <a:lnTo>
                    <a:pt x="77" y="18"/>
                  </a:lnTo>
                  <a:lnTo>
                    <a:pt x="71" y="27"/>
                  </a:lnTo>
                  <a:lnTo>
                    <a:pt x="58" y="34"/>
                  </a:lnTo>
                  <a:lnTo>
                    <a:pt x="69" y="41"/>
                  </a:lnTo>
                  <a:lnTo>
                    <a:pt x="69" y="52"/>
                  </a:lnTo>
                  <a:lnTo>
                    <a:pt x="69" y="67"/>
                  </a:lnTo>
                  <a:lnTo>
                    <a:pt x="41" y="67"/>
                  </a:lnTo>
                  <a:lnTo>
                    <a:pt x="42" y="47"/>
                  </a:lnTo>
                  <a:lnTo>
                    <a:pt x="36" y="42"/>
                  </a:lnTo>
                  <a:lnTo>
                    <a:pt x="33" y="42"/>
                  </a:lnTo>
                  <a:lnTo>
                    <a:pt x="28" y="67"/>
                  </a:lnTo>
                  <a:lnTo>
                    <a:pt x="0" y="67"/>
                  </a:lnTo>
                  <a:lnTo>
                    <a:pt x="15" y="0"/>
                  </a:lnTo>
                  <a:lnTo>
                    <a:pt x="38" y="28"/>
                  </a:lnTo>
                  <a:lnTo>
                    <a:pt x="46" y="26"/>
                  </a:lnTo>
                  <a:lnTo>
                    <a:pt x="48" y="21"/>
                  </a:lnTo>
                  <a:lnTo>
                    <a:pt x="41" y="15"/>
                  </a:lnTo>
                  <a:lnTo>
                    <a:pt x="39" y="15"/>
                  </a:lnTo>
                  <a:lnTo>
                    <a:pt x="36" y="28"/>
                  </a:lnTo>
                  <a:lnTo>
                    <a:pt x="38" y="28"/>
                  </a:lnTo>
                  <a:lnTo>
                    <a:pt x="15" y="0"/>
                  </a:lnTo>
                </a:path>
              </a:pathLst>
            </a:custGeom>
            <a:grpFill/>
            <a:ln w="12700" cap="rnd" cmpd="sng">
              <a:noFill/>
              <a:prstDash val="solid"/>
              <a:round/>
              <a:headEnd type="none" w="med" len="med"/>
              <a:tailEnd type="none" w="med" len="med"/>
            </a:ln>
            <a:effectLst/>
          </p:spPr>
          <p:txBody>
            <a:bodyPr/>
            <a:lstStyle/>
            <a:p>
              <a:pPr eaLnBrk="0" fontAlgn="base" hangingPunct="0">
                <a:spcBef>
                  <a:spcPct val="0"/>
                </a:spcBef>
                <a:spcAft>
                  <a:spcPct val="0"/>
                </a:spcAft>
              </a:pPr>
              <a:endParaRPr lang="en-US" sz="2400" b="1">
                <a:solidFill>
                  <a:srgbClr val="FAFD00"/>
                </a:solidFill>
                <a:effectLst>
                  <a:outerShdw blurRad="38100" dist="38100" dir="2700000" algn="tl">
                    <a:srgbClr val="C0C0C0"/>
                  </a:outerShdw>
                </a:effectLst>
                <a:cs typeface="Arial" charset="0"/>
              </a:endParaRPr>
            </a:p>
          </p:txBody>
        </p:sp>
        <p:sp>
          <p:nvSpPr>
            <p:cNvPr id="18" name="Freeform 18"/>
            <p:cNvSpPr>
              <a:spLocks/>
            </p:cNvSpPr>
            <p:nvPr/>
          </p:nvSpPr>
          <p:spPr bwMode="black">
            <a:xfrm>
              <a:off x="1863" y="3549"/>
              <a:ext cx="65" cy="68"/>
            </a:xfrm>
            <a:custGeom>
              <a:avLst/>
              <a:gdLst/>
              <a:ahLst/>
              <a:cxnLst>
                <a:cxn ang="0">
                  <a:pos x="16" y="18"/>
                </a:cxn>
                <a:cxn ang="0">
                  <a:pos x="0" y="18"/>
                </a:cxn>
                <a:cxn ang="0">
                  <a:pos x="4" y="0"/>
                </a:cxn>
                <a:cxn ang="0">
                  <a:pos x="64" y="0"/>
                </a:cxn>
                <a:cxn ang="0">
                  <a:pos x="60" y="18"/>
                </a:cxn>
                <a:cxn ang="0">
                  <a:pos x="43" y="18"/>
                </a:cxn>
                <a:cxn ang="0">
                  <a:pos x="32" y="67"/>
                </a:cxn>
                <a:cxn ang="0">
                  <a:pos x="6" y="67"/>
                </a:cxn>
                <a:cxn ang="0">
                  <a:pos x="16" y="18"/>
                </a:cxn>
              </a:cxnLst>
              <a:rect l="0" t="0" r="r" b="b"/>
              <a:pathLst>
                <a:path w="65" h="68">
                  <a:moveTo>
                    <a:pt x="16" y="18"/>
                  </a:moveTo>
                  <a:lnTo>
                    <a:pt x="0" y="18"/>
                  </a:lnTo>
                  <a:lnTo>
                    <a:pt x="4" y="0"/>
                  </a:lnTo>
                  <a:lnTo>
                    <a:pt x="64" y="0"/>
                  </a:lnTo>
                  <a:lnTo>
                    <a:pt x="60" y="18"/>
                  </a:lnTo>
                  <a:lnTo>
                    <a:pt x="43" y="18"/>
                  </a:lnTo>
                  <a:lnTo>
                    <a:pt x="32" y="67"/>
                  </a:lnTo>
                  <a:lnTo>
                    <a:pt x="6" y="67"/>
                  </a:lnTo>
                  <a:lnTo>
                    <a:pt x="16" y="18"/>
                  </a:lnTo>
                </a:path>
              </a:pathLst>
            </a:custGeom>
            <a:grpFill/>
            <a:ln w="12700" cap="rnd" cmpd="sng">
              <a:noFill/>
              <a:prstDash val="solid"/>
              <a:round/>
              <a:headEnd type="none" w="med" len="med"/>
              <a:tailEnd type="none" w="med" len="med"/>
            </a:ln>
            <a:effectLst/>
          </p:spPr>
          <p:txBody>
            <a:bodyPr/>
            <a:lstStyle/>
            <a:p>
              <a:pPr eaLnBrk="0" fontAlgn="base" hangingPunct="0">
                <a:spcBef>
                  <a:spcPct val="0"/>
                </a:spcBef>
                <a:spcAft>
                  <a:spcPct val="0"/>
                </a:spcAft>
              </a:pPr>
              <a:endParaRPr lang="en-US" sz="2400" b="1">
                <a:solidFill>
                  <a:srgbClr val="FAFD00"/>
                </a:solidFill>
                <a:effectLst>
                  <a:outerShdw blurRad="38100" dist="38100" dir="2700000" algn="tl">
                    <a:srgbClr val="C0C0C0"/>
                  </a:outerShdw>
                </a:effectLst>
                <a:cs typeface="Arial" charset="0"/>
              </a:endParaRPr>
            </a:p>
          </p:txBody>
        </p:sp>
        <p:sp>
          <p:nvSpPr>
            <p:cNvPr id="19" name="Freeform 19"/>
            <p:cNvSpPr>
              <a:spLocks/>
            </p:cNvSpPr>
            <p:nvPr/>
          </p:nvSpPr>
          <p:spPr bwMode="black">
            <a:xfrm>
              <a:off x="1985" y="3549"/>
              <a:ext cx="39" cy="68"/>
            </a:xfrm>
            <a:custGeom>
              <a:avLst/>
              <a:gdLst/>
              <a:ahLst/>
              <a:cxnLst>
                <a:cxn ang="0">
                  <a:pos x="12" y="0"/>
                </a:cxn>
                <a:cxn ang="0">
                  <a:pos x="38" y="0"/>
                </a:cxn>
                <a:cxn ang="0">
                  <a:pos x="24" y="67"/>
                </a:cxn>
                <a:cxn ang="0">
                  <a:pos x="0" y="67"/>
                </a:cxn>
                <a:cxn ang="0">
                  <a:pos x="12" y="0"/>
                </a:cxn>
              </a:cxnLst>
              <a:rect l="0" t="0" r="r" b="b"/>
              <a:pathLst>
                <a:path w="39" h="68">
                  <a:moveTo>
                    <a:pt x="12" y="0"/>
                  </a:moveTo>
                  <a:lnTo>
                    <a:pt x="38" y="0"/>
                  </a:lnTo>
                  <a:lnTo>
                    <a:pt x="24" y="67"/>
                  </a:lnTo>
                  <a:lnTo>
                    <a:pt x="0" y="67"/>
                  </a:lnTo>
                  <a:lnTo>
                    <a:pt x="12" y="0"/>
                  </a:lnTo>
                </a:path>
              </a:pathLst>
            </a:custGeom>
            <a:grpFill/>
            <a:ln w="12700" cap="rnd" cmpd="sng">
              <a:noFill/>
              <a:prstDash val="solid"/>
              <a:round/>
              <a:headEnd type="none" w="med" len="med"/>
              <a:tailEnd type="none" w="med" len="med"/>
            </a:ln>
            <a:effectLst/>
          </p:spPr>
          <p:txBody>
            <a:bodyPr/>
            <a:lstStyle/>
            <a:p>
              <a:pPr eaLnBrk="0" fontAlgn="base" hangingPunct="0">
                <a:spcBef>
                  <a:spcPct val="0"/>
                </a:spcBef>
                <a:spcAft>
                  <a:spcPct val="0"/>
                </a:spcAft>
              </a:pPr>
              <a:endParaRPr lang="en-US" sz="2400" b="1">
                <a:solidFill>
                  <a:srgbClr val="FAFD00"/>
                </a:solidFill>
                <a:effectLst>
                  <a:outerShdw blurRad="38100" dist="38100" dir="2700000" algn="tl">
                    <a:srgbClr val="C0C0C0"/>
                  </a:outerShdw>
                </a:effectLst>
                <a:cs typeface="Arial" charset="0"/>
              </a:endParaRPr>
            </a:p>
          </p:txBody>
        </p:sp>
        <p:sp>
          <p:nvSpPr>
            <p:cNvPr id="20" name="Freeform 20"/>
            <p:cNvSpPr>
              <a:spLocks/>
            </p:cNvSpPr>
            <p:nvPr/>
          </p:nvSpPr>
          <p:spPr bwMode="black">
            <a:xfrm>
              <a:off x="2086" y="3549"/>
              <a:ext cx="87" cy="68"/>
            </a:xfrm>
            <a:custGeom>
              <a:avLst/>
              <a:gdLst/>
              <a:ahLst/>
              <a:cxnLst>
                <a:cxn ang="0">
                  <a:pos x="14" y="0"/>
                </a:cxn>
                <a:cxn ang="0">
                  <a:pos x="48" y="0"/>
                </a:cxn>
                <a:cxn ang="0">
                  <a:pos x="54" y="39"/>
                </a:cxn>
                <a:cxn ang="0">
                  <a:pos x="63" y="0"/>
                </a:cxn>
                <a:cxn ang="0">
                  <a:pos x="86" y="0"/>
                </a:cxn>
                <a:cxn ang="0">
                  <a:pos x="71" y="67"/>
                </a:cxn>
                <a:cxn ang="0">
                  <a:pos x="37" y="67"/>
                </a:cxn>
                <a:cxn ang="0">
                  <a:pos x="32" y="26"/>
                </a:cxn>
                <a:cxn ang="0">
                  <a:pos x="22" y="67"/>
                </a:cxn>
                <a:cxn ang="0">
                  <a:pos x="0" y="67"/>
                </a:cxn>
                <a:cxn ang="0">
                  <a:pos x="14" y="0"/>
                </a:cxn>
              </a:cxnLst>
              <a:rect l="0" t="0" r="r" b="b"/>
              <a:pathLst>
                <a:path w="87" h="68">
                  <a:moveTo>
                    <a:pt x="14" y="0"/>
                  </a:moveTo>
                  <a:lnTo>
                    <a:pt x="48" y="0"/>
                  </a:lnTo>
                  <a:lnTo>
                    <a:pt x="54" y="39"/>
                  </a:lnTo>
                  <a:lnTo>
                    <a:pt x="63" y="0"/>
                  </a:lnTo>
                  <a:lnTo>
                    <a:pt x="86" y="0"/>
                  </a:lnTo>
                  <a:lnTo>
                    <a:pt x="71" y="67"/>
                  </a:lnTo>
                  <a:lnTo>
                    <a:pt x="37" y="67"/>
                  </a:lnTo>
                  <a:lnTo>
                    <a:pt x="32" y="26"/>
                  </a:lnTo>
                  <a:lnTo>
                    <a:pt x="22" y="67"/>
                  </a:lnTo>
                  <a:lnTo>
                    <a:pt x="0" y="67"/>
                  </a:lnTo>
                  <a:lnTo>
                    <a:pt x="14" y="0"/>
                  </a:lnTo>
                </a:path>
              </a:pathLst>
            </a:custGeom>
            <a:grpFill/>
            <a:ln w="12700" cap="rnd" cmpd="sng">
              <a:noFill/>
              <a:prstDash val="solid"/>
              <a:round/>
              <a:headEnd type="none" w="med" len="med"/>
              <a:tailEnd type="none" w="med" len="med"/>
            </a:ln>
            <a:effectLst/>
          </p:spPr>
          <p:txBody>
            <a:bodyPr/>
            <a:lstStyle/>
            <a:p>
              <a:pPr eaLnBrk="0" fontAlgn="base" hangingPunct="0">
                <a:spcBef>
                  <a:spcPct val="0"/>
                </a:spcBef>
                <a:spcAft>
                  <a:spcPct val="0"/>
                </a:spcAft>
              </a:pPr>
              <a:endParaRPr lang="en-US" sz="2400" b="1">
                <a:solidFill>
                  <a:srgbClr val="FAFD00"/>
                </a:solidFill>
                <a:effectLst>
                  <a:outerShdw blurRad="38100" dist="38100" dir="2700000" algn="tl">
                    <a:srgbClr val="C0C0C0"/>
                  </a:outerShdw>
                </a:effectLst>
                <a:cs typeface="Arial" charset="0"/>
              </a:endParaRPr>
            </a:p>
          </p:txBody>
        </p:sp>
      </p:grpSp>
      <p:sp>
        <p:nvSpPr>
          <p:cNvPr id="22" name="Text Placeholder 21"/>
          <p:cNvSpPr>
            <a:spLocks noGrp="1"/>
          </p:cNvSpPr>
          <p:nvPr>
            <p:ph type="body" sz="quarter" idx="10"/>
          </p:nvPr>
        </p:nvSpPr>
        <p:spPr>
          <a:xfrm>
            <a:off x="5052775" y="5370979"/>
            <a:ext cx="3792538" cy="276999"/>
          </a:xfrm>
        </p:spPr>
        <p:txBody>
          <a:bodyPr/>
          <a:lstStyle>
            <a:lvl1pPr marL="0" indent="0">
              <a:buNone/>
              <a:defRPr sz="1800"/>
            </a:lvl1pPr>
            <a:lvl2pPr marL="0" indent="0">
              <a:buNone/>
              <a:defRPr sz="1800"/>
            </a:lvl2pPr>
            <a:lvl3pPr marL="0" indent="0">
              <a:buNone/>
              <a:defRPr sz="1800"/>
            </a:lvl3pPr>
            <a:lvl4pPr marL="0" indent="0">
              <a:buNone/>
              <a:defRPr sz="1800"/>
            </a:lvl4pPr>
            <a:lvl5pPr marL="0" indent="0">
              <a:buNone/>
              <a:defRPr sz="1800"/>
            </a:lvl5pPr>
          </a:lstStyle>
          <a:p>
            <a:pPr lvl="0"/>
            <a:r>
              <a:rPr lang="en-US" dirty="0"/>
              <a:t>Click to edit Master text styles</a:t>
            </a:r>
          </a:p>
        </p:txBody>
      </p:sp>
      <p:sp>
        <p:nvSpPr>
          <p:cNvPr id="23" name="Text Placeholder 21"/>
          <p:cNvSpPr>
            <a:spLocks noGrp="1"/>
          </p:cNvSpPr>
          <p:nvPr>
            <p:ph type="body" sz="quarter" idx="11"/>
          </p:nvPr>
        </p:nvSpPr>
        <p:spPr>
          <a:xfrm>
            <a:off x="5052775" y="5652194"/>
            <a:ext cx="3792538" cy="246221"/>
          </a:xfrm>
        </p:spPr>
        <p:txBody>
          <a:bodyPr/>
          <a:lstStyle>
            <a:lvl1pPr marL="0" indent="0">
              <a:buNone/>
              <a:defRPr sz="1600"/>
            </a:lvl1pPr>
            <a:lvl2pPr marL="0" indent="0">
              <a:buNone/>
              <a:defRPr sz="1800"/>
            </a:lvl2pPr>
            <a:lvl3pPr marL="0" indent="0">
              <a:buNone/>
              <a:defRPr sz="1800"/>
            </a:lvl3pPr>
            <a:lvl4pPr marL="0" indent="0">
              <a:buNone/>
              <a:defRPr sz="1800"/>
            </a:lvl4pPr>
            <a:lvl5pPr marL="0" indent="0">
              <a:buNone/>
              <a:defRPr sz="1800"/>
            </a:lvl5pPr>
          </a:lstStyle>
          <a:p>
            <a:pPr lvl="0"/>
            <a:r>
              <a:rPr lang="en-US" dirty="0"/>
              <a:t>Click to edit Master text styles</a:t>
            </a:r>
          </a:p>
        </p:txBody>
      </p:sp>
      <p:sp>
        <p:nvSpPr>
          <p:cNvPr id="24" name="Text Placeholder 21"/>
          <p:cNvSpPr>
            <a:spLocks noGrp="1"/>
          </p:cNvSpPr>
          <p:nvPr>
            <p:ph type="body" sz="quarter" idx="12"/>
          </p:nvPr>
        </p:nvSpPr>
        <p:spPr>
          <a:xfrm>
            <a:off x="2863194" y="3992111"/>
            <a:ext cx="3420788" cy="738664"/>
          </a:xfrm>
        </p:spPr>
        <p:txBody>
          <a:bodyPr>
            <a:spAutoFit/>
          </a:bodyPr>
          <a:lstStyle>
            <a:lvl1pPr marL="0" indent="0" algn="ctr">
              <a:spcBef>
                <a:spcPts val="0"/>
              </a:spcBef>
              <a:buNone/>
              <a:defRPr sz="2400"/>
            </a:lvl1pPr>
            <a:lvl2pPr marL="0" indent="0">
              <a:buNone/>
              <a:defRPr sz="1800"/>
            </a:lvl2pPr>
            <a:lvl3pPr marL="0" indent="0">
              <a:buNone/>
              <a:defRPr sz="1800"/>
            </a:lvl3pPr>
            <a:lvl4pPr marL="0" indent="0">
              <a:buNone/>
              <a:defRPr sz="1800"/>
            </a:lvl4pPr>
            <a:lvl5pPr marL="0" indent="0">
              <a:buNone/>
              <a:defRPr sz="1800"/>
            </a:lvl5pPr>
          </a:lstStyle>
          <a:p>
            <a:pPr lvl="0"/>
            <a:r>
              <a:rPr lang="en-US" dirty="0"/>
              <a:t>Click to edit Master text styles</a:t>
            </a:r>
          </a:p>
        </p:txBody>
      </p:sp>
      <p:sp>
        <p:nvSpPr>
          <p:cNvPr id="25" name="Rectangle 2"/>
          <p:cNvSpPr>
            <a:spLocks noChangeArrowheads="1"/>
          </p:cNvSpPr>
          <p:nvPr userDrawn="1"/>
        </p:nvSpPr>
        <p:spPr bwMode="auto">
          <a:xfrm>
            <a:off x="3056577" y="6643755"/>
            <a:ext cx="3030871" cy="212879"/>
          </a:xfrm>
          <a:prstGeom prst="rect">
            <a:avLst/>
          </a:prstGeom>
          <a:noFill/>
          <a:ln w="12700">
            <a:noFill/>
            <a:miter lim="800000"/>
            <a:headEnd/>
            <a:tailEnd/>
          </a:ln>
          <a:effectLst/>
        </p:spPr>
        <p:txBody>
          <a:bodyPr wrap="square" lIns="88900" tIns="44450" rIns="88900" bIns="44450">
            <a:prstTxWarp prst="textNoShape">
              <a:avLst/>
            </a:prstTxWarp>
            <a:spAutoFit/>
          </a:bodyPr>
          <a:lstStyle/>
          <a:p>
            <a:pPr algn="ctr" defTabSz="887413">
              <a:spcBef>
                <a:spcPct val="50000"/>
              </a:spcBef>
              <a:defRPr/>
            </a:pPr>
            <a:r>
              <a:rPr lang="en-US" sz="800" kern="0" dirty="0">
                <a:solidFill>
                  <a:srgbClr val="000000"/>
                </a:solidFill>
                <a:cs typeface="Arial" charset="0"/>
              </a:rPr>
              <a:t>LOCKHEED MARTIN PROPRIETARY INFORMATION</a:t>
            </a:r>
          </a:p>
        </p:txBody>
      </p:sp>
    </p:spTree>
    <p:extLst>
      <p:ext uri="{BB962C8B-B14F-4D97-AF65-F5344CB8AC3E}">
        <p14:creationId xmlns:p14="http://schemas.microsoft.com/office/powerpoint/2010/main" val="7458975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1973" y="400734"/>
            <a:ext cx="7312025" cy="531812"/>
          </a:xfrm>
        </p:spPr>
        <p:txBody>
          <a:bodyPr/>
          <a:lstStyle>
            <a:lvl1pPr>
              <a:defRPr>
                <a:effectLst/>
              </a:defRPr>
            </a:lvl1pPr>
          </a:lstStyle>
          <a:p>
            <a:r>
              <a:rPr lang="en-US" dirty="0"/>
              <a:t>Click to edit Master title style</a:t>
            </a:r>
          </a:p>
        </p:txBody>
      </p:sp>
      <p:sp>
        <p:nvSpPr>
          <p:cNvPr id="3" name="Content Placeholder 2"/>
          <p:cNvSpPr>
            <a:spLocks noGrp="1"/>
          </p:cNvSpPr>
          <p:nvPr>
            <p:ph idx="1"/>
          </p:nvPr>
        </p:nvSpPr>
        <p:spPr>
          <a:xfrm>
            <a:off x="461975" y="1354592"/>
            <a:ext cx="8224837" cy="1255728"/>
          </a:xfrm>
        </p:spPr>
        <p:txBody>
          <a:bodyPr/>
          <a:lstStyle>
            <a:lvl1pPr>
              <a:defRPr>
                <a:effectLst/>
                <a:latin typeface="Calibri" pitchFamily="34" charset="0"/>
              </a:defRPr>
            </a:lvl1pPr>
            <a:lvl2pPr>
              <a:defRPr>
                <a:effectLst/>
                <a:latin typeface="Calibri" pitchFamily="34" charset="0"/>
              </a:defRPr>
            </a:lvl2pPr>
            <a:lvl3pPr>
              <a:buSzPct val="80000"/>
              <a:defRPr>
                <a:effectLst/>
                <a:latin typeface="Calibri" pitchFamily="34" charset="0"/>
              </a:defRPr>
            </a:lvl3pPr>
            <a:lvl4pPr>
              <a:defRPr>
                <a:effectLst>
                  <a:outerShdw blurRad="38100" dist="38100" dir="2700000" algn="tl">
                    <a:srgbClr val="000000">
                      <a:alpha val="43137"/>
                    </a:srgbClr>
                  </a:outerShdw>
                </a:effectLst>
              </a:defRPr>
            </a:lvl4pPr>
            <a:lvl5pPr>
              <a:defRPr>
                <a:effectLst>
                  <a:outerShdw blurRad="38100" dist="38100" dir="2700000" algn="tl">
                    <a:srgbClr val="000000">
                      <a:alpha val="43137"/>
                    </a:srgbClr>
                  </a:outerShdw>
                </a:effectLst>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1472636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1973" y="458995"/>
            <a:ext cx="7312025" cy="531812"/>
          </a:xfrm>
        </p:spPr>
        <p:txBody>
          <a:bodyPr/>
          <a:lstStyle>
            <a:lvl1pPr>
              <a:defRPr>
                <a:effectLst/>
              </a:defRPr>
            </a:lvl1pPr>
          </a:lstStyle>
          <a:p>
            <a:r>
              <a:rPr lang="en-US" dirty="0"/>
              <a:t>Click to edit Master title style</a:t>
            </a:r>
          </a:p>
        </p:txBody>
      </p:sp>
    </p:spTree>
    <p:extLst>
      <p:ext uri="{BB962C8B-B14F-4D97-AF65-F5344CB8AC3E}">
        <p14:creationId xmlns:p14="http://schemas.microsoft.com/office/powerpoint/2010/main" val="13937082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6928" y="2251367"/>
            <a:ext cx="8234160" cy="1477328"/>
          </a:xfrm>
        </p:spPr>
        <p:txBody>
          <a:bodyPr wrap="square" anchor="ctr" anchorCtr="0">
            <a:spAutoFit/>
          </a:bodyPr>
          <a:lstStyle>
            <a:lvl1pPr algn="ctr">
              <a:defRPr sz="4800">
                <a:effectLst/>
              </a:defRPr>
            </a:lvl1pPr>
          </a:lstStyle>
          <a:p>
            <a:r>
              <a:rPr lang="en-US" dirty="0"/>
              <a:t>Click to edit Master title style</a:t>
            </a:r>
          </a:p>
        </p:txBody>
      </p:sp>
    </p:spTree>
    <p:extLst>
      <p:ext uri="{BB962C8B-B14F-4D97-AF65-F5344CB8AC3E}">
        <p14:creationId xmlns:p14="http://schemas.microsoft.com/office/powerpoint/2010/main" val="18020365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6701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tar">
    <p:spTree>
      <p:nvGrpSpPr>
        <p:cNvPr id="1" name=""/>
        <p:cNvGrpSpPr/>
        <p:nvPr/>
      </p:nvGrpSpPr>
      <p:grpSpPr>
        <a:xfrm>
          <a:off x="0" y="0"/>
          <a:ext cx="0" cy="0"/>
          <a:chOff x="0" y="0"/>
          <a:chExt cx="0" cy="0"/>
        </a:xfrm>
      </p:grpSpPr>
      <p:sp>
        <p:nvSpPr>
          <p:cNvPr id="26" name="Freeform 2"/>
          <p:cNvSpPr>
            <a:spLocks/>
          </p:cNvSpPr>
          <p:nvPr userDrawn="1"/>
        </p:nvSpPr>
        <p:spPr bwMode="black">
          <a:xfrm>
            <a:off x="969975" y="1962151"/>
            <a:ext cx="7204075" cy="2592388"/>
          </a:xfrm>
          <a:custGeom>
            <a:avLst/>
            <a:gdLst/>
            <a:ahLst/>
            <a:cxnLst>
              <a:cxn ang="0">
                <a:pos x="1158" y="163"/>
              </a:cxn>
              <a:cxn ang="0">
                <a:pos x="950" y="163"/>
              </a:cxn>
              <a:cxn ang="0">
                <a:pos x="1002" y="0"/>
              </a:cxn>
              <a:cxn ang="0">
                <a:pos x="825" y="163"/>
              </a:cxn>
              <a:cxn ang="0">
                <a:pos x="4" y="163"/>
              </a:cxn>
              <a:cxn ang="0">
                <a:pos x="0" y="164"/>
              </a:cxn>
              <a:cxn ang="0">
                <a:pos x="4" y="165"/>
              </a:cxn>
              <a:cxn ang="0">
                <a:pos x="130" y="167"/>
              </a:cxn>
              <a:cxn ang="0">
                <a:pos x="408" y="170"/>
              </a:cxn>
              <a:cxn ang="0">
                <a:pos x="810" y="176"/>
              </a:cxn>
              <a:cxn ang="0">
                <a:pos x="736" y="245"/>
              </a:cxn>
              <a:cxn ang="0">
                <a:pos x="710" y="272"/>
              </a:cxn>
              <a:cxn ang="0">
                <a:pos x="712" y="272"/>
              </a:cxn>
              <a:cxn ang="0">
                <a:pos x="744" y="245"/>
              </a:cxn>
              <a:cxn ang="0">
                <a:pos x="826" y="177"/>
              </a:cxn>
              <a:cxn ang="0">
                <a:pos x="929" y="177"/>
              </a:cxn>
              <a:cxn ang="0">
                <a:pos x="918" y="217"/>
              </a:cxn>
              <a:cxn ang="0">
                <a:pos x="909" y="255"/>
              </a:cxn>
              <a:cxn ang="0">
                <a:pos x="696" y="353"/>
              </a:cxn>
              <a:cxn ang="0">
                <a:pos x="577" y="408"/>
              </a:cxn>
              <a:cxn ang="0">
                <a:pos x="580" y="409"/>
              </a:cxn>
              <a:cxn ang="0">
                <a:pos x="691" y="361"/>
              </a:cxn>
              <a:cxn ang="0">
                <a:pos x="906" y="268"/>
              </a:cxn>
              <a:cxn ang="0">
                <a:pos x="879" y="374"/>
              </a:cxn>
              <a:cxn ang="0">
                <a:pos x="868" y="414"/>
              </a:cxn>
              <a:cxn ang="0">
                <a:pos x="868" y="416"/>
              </a:cxn>
              <a:cxn ang="0">
                <a:pos x="871" y="415"/>
              </a:cxn>
              <a:cxn ang="0">
                <a:pos x="885" y="373"/>
              </a:cxn>
              <a:cxn ang="0">
                <a:pos x="918" y="262"/>
              </a:cxn>
              <a:cxn ang="0">
                <a:pos x="1006" y="225"/>
              </a:cxn>
              <a:cxn ang="0">
                <a:pos x="1084" y="192"/>
              </a:cxn>
              <a:cxn ang="0">
                <a:pos x="1158" y="163"/>
              </a:cxn>
              <a:cxn ang="0">
                <a:pos x="843" y="163"/>
              </a:cxn>
              <a:cxn ang="0">
                <a:pos x="924" y="95"/>
              </a:cxn>
              <a:cxn ang="0">
                <a:pos x="956" y="68"/>
              </a:cxn>
              <a:cxn ang="0">
                <a:pos x="932" y="163"/>
              </a:cxn>
              <a:cxn ang="0">
                <a:pos x="843" y="163"/>
              </a:cxn>
              <a:cxn ang="0">
                <a:pos x="1158" y="163"/>
              </a:cxn>
              <a:cxn ang="0">
                <a:pos x="945" y="179"/>
              </a:cxn>
              <a:cxn ang="0">
                <a:pos x="1068" y="181"/>
              </a:cxn>
              <a:cxn ang="0">
                <a:pos x="1028" y="200"/>
              </a:cxn>
              <a:cxn ang="0">
                <a:pos x="924" y="248"/>
              </a:cxn>
              <a:cxn ang="0">
                <a:pos x="945" y="179"/>
              </a:cxn>
              <a:cxn ang="0">
                <a:pos x="1158" y="163"/>
              </a:cxn>
            </a:cxnLst>
            <a:rect l="0" t="0" r="r" b="b"/>
            <a:pathLst>
              <a:path w="1159" h="417">
                <a:moveTo>
                  <a:pt x="1158" y="163"/>
                </a:moveTo>
                <a:lnTo>
                  <a:pt x="950" y="163"/>
                </a:lnTo>
                <a:lnTo>
                  <a:pt x="1002" y="0"/>
                </a:lnTo>
                <a:lnTo>
                  <a:pt x="825" y="163"/>
                </a:lnTo>
                <a:lnTo>
                  <a:pt x="4" y="163"/>
                </a:lnTo>
                <a:lnTo>
                  <a:pt x="0" y="164"/>
                </a:lnTo>
                <a:lnTo>
                  <a:pt x="4" y="165"/>
                </a:lnTo>
                <a:lnTo>
                  <a:pt x="130" y="167"/>
                </a:lnTo>
                <a:lnTo>
                  <a:pt x="408" y="170"/>
                </a:lnTo>
                <a:lnTo>
                  <a:pt x="810" y="176"/>
                </a:lnTo>
                <a:lnTo>
                  <a:pt x="736" y="245"/>
                </a:lnTo>
                <a:lnTo>
                  <a:pt x="710" y="272"/>
                </a:lnTo>
                <a:lnTo>
                  <a:pt x="712" y="272"/>
                </a:lnTo>
                <a:lnTo>
                  <a:pt x="744" y="245"/>
                </a:lnTo>
                <a:lnTo>
                  <a:pt x="826" y="177"/>
                </a:lnTo>
                <a:lnTo>
                  <a:pt x="929" y="177"/>
                </a:lnTo>
                <a:lnTo>
                  <a:pt x="918" y="217"/>
                </a:lnTo>
                <a:lnTo>
                  <a:pt x="909" y="255"/>
                </a:lnTo>
                <a:lnTo>
                  <a:pt x="696" y="353"/>
                </a:lnTo>
                <a:lnTo>
                  <a:pt x="577" y="408"/>
                </a:lnTo>
                <a:lnTo>
                  <a:pt x="580" y="409"/>
                </a:lnTo>
                <a:lnTo>
                  <a:pt x="691" y="361"/>
                </a:lnTo>
                <a:lnTo>
                  <a:pt x="906" y="268"/>
                </a:lnTo>
                <a:lnTo>
                  <a:pt x="879" y="374"/>
                </a:lnTo>
                <a:lnTo>
                  <a:pt x="868" y="414"/>
                </a:lnTo>
                <a:lnTo>
                  <a:pt x="868" y="416"/>
                </a:lnTo>
                <a:lnTo>
                  <a:pt x="871" y="415"/>
                </a:lnTo>
                <a:lnTo>
                  <a:pt x="885" y="373"/>
                </a:lnTo>
                <a:lnTo>
                  <a:pt x="918" y="262"/>
                </a:lnTo>
                <a:lnTo>
                  <a:pt x="1006" y="225"/>
                </a:lnTo>
                <a:lnTo>
                  <a:pt x="1084" y="192"/>
                </a:lnTo>
                <a:lnTo>
                  <a:pt x="1158" y="163"/>
                </a:lnTo>
                <a:lnTo>
                  <a:pt x="843" y="163"/>
                </a:lnTo>
                <a:lnTo>
                  <a:pt x="924" y="95"/>
                </a:lnTo>
                <a:lnTo>
                  <a:pt x="956" y="68"/>
                </a:lnTo>
                <a:lnTo>
                  <a:pt x="932" y="163"/>
                </a:lnTo>
                <a:lnTo>
                  <a:pt x="843" y="163"/>
                </a:lnTo>
                <a:lnTo>
                  <a:pt x="1158" y="163"/>
                </a:lnTo>
                <a:lnTo>
                  <a:pt x="945" y="179"/>
                </a:lnTo>
                <a:lnTo>
                  <a:pt x="1068" y="181"/>
                </a:lnTo>
                <a:lnTo>
                  <a:pt x="1028" y="200"/>
                </a:lnTo>
                <a:lnTo>
                  <a:pt x="924" y="248"/>
                </a:lnTo>
                <a:lnTo>
                  <a:pt x="945" y="179"/>
                </a:lnTo>
                <a:lnTo>
                  <a:pt x="1158" y="163"/>
                </a:lnTo>
              </a:path>
            </a:pathLst>
          </a:custGeom>
          <a:solidFill>
            <a:schemeClr val="bg1"/>
          </a:solidFill>
          <a:ln w="127000" cap="rnd" cmpd="sng">
            <a:noFill/>
            <a:prstDash val="solid"/>
            <a:round/>
            <a:headEnd type="none" w="med" len="med"/>
            <a:tailEnd type="none" w="med" len="med"/>
          </a:ln>
          <a:effectLst/>
        </p:spPr>
        <p:txBody>
          <a:bodyPr/>
          <a:lstStyle/>
          <a:p>
            <a:pPr eaLnBrk="0" fontAlgn="base" hangingPunct="0">
              <a:spcBef>
                <a:spcPct val="0"/>
              </a:spcBef>
              <a:spcAft>
                <a:spcPct val="0"/>
              </a:spcAft>
            </a:pPr>
            <a:endParaRPr lang="en-US" sz="2400" b="1">
              <a:solidFill>
                <a:srgbClr val="FAFD00"/>
              </a:solidFill>
              <a:effectLst>
                <a:outerShdw blurRad="38100" dist="38100" dir="2700000" algn="tl">
                  <a:srgbClr val="C0C0C0"/>
                </a:outerShdw>
              </a:effectLst>
              <a:cs typeface="Arial" charset="0"/>
            </a:endParaRPr>
          </a:p>
        </p:txBody>
      </p:sp>
    </p:spTree>
    <p:extLst>
      <p:ext uri="{BB962C8B-B14F-4D97-AF65-F5344CB8AC3E}">
        <p14:creationId xmlns:p14="http://schemas.microsoft.com/office/powerpoint/2010/main" val="13431750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grpSp>
        <p:nvGrpSpPr>
          <p:cNvPr id="3" name="Group 5"/>
          <p:cNvGrpSpPr>
            <a:grpSpLocks/>
          </p:cNvGrpSpPr>
          <p:nvPr userDrawn="1"/>
        </p:nvGrpSpPr>
        <p:grpSpPr bwMode="auto">
          <a:xfrm>
            <a:off x="6537325" y="131772"/>
            <a:ext cx="2490788" cy="401637"/>
            <a:chOff x="371" y="3520"/>
            <a:chExt cx="2313" cy="376"/>
          </a:xfrm>
        </p:grpSpPr>
        <p:sp>
          <p:nvSpPr>
            <p:cNvPr id="4" name="Freeform 6"/>
            <p:cNvSpPr>
              <a:spLocks/>
            </p:cNvSpPr>
            <p:nvPr/>
          </p:nvSpPr>
          <p:spPr bwMode="black">
            <a:xfrm>
              <a:off x="1741" y="3520"/>
              <a:ext cx="943" cy="376"/>
            </a:xfrm>
            <a:custGeom>
              <a:avLst/>
              <a:gdLst/>
              <a:ahLst/>
              <a:cxnLst>
                <a:cxn ang="0">
                  <a:pos x="943" y="147"/>
                </a:cxn>
                <a:cxn ang="0">
                  <a:pos x="775" y="147"/>
                </a:cxn>
                <a:cxn ang="0">
                  <a:pos x="816" y="0"/>
                </a:cxn>
                <a:cxn ang="0">
                  <a:pos x="672" y="147"/>
                </a:cxn>
                <a:cxn ang="0">
                  <a:pos x="3" y="147"/>
                </a:cxn>
                <a:cxn ang="0">
                  <a:pos x="0" y="148"/>
                </a:cxn>
                <a:cxn ang="0">
                  <a:pos x="3" y="149"/>
                </a:cxn>
                <a:cxn ang="0">
                  <a:pos x="106" y="151"/>
                </a:cxn>
                <a:cxn ang="0">
                  <a:pos x="332" y="153"/>
                </a:cxn>
                <a:cxn ang="0">
                  <a:pos x="660" y="159"/>
                </a:cxn>
                <a:cxn ang="0">
                  <a:pos x="600" y="221"/>
                </a:cxn>
                <a:cxn ang="0">
                  <a:pos x="578" y="245"/>
                </a:cxn>
                <a:cxn ang="0">
                  <a:pos x="580" y="245"/>
                </a:cxn>
                <a:cxn ang="0">
                  <a:pos x="606" y="221"/>
                </a:cxn>
                <a:cxn ang="0">
                  <a:pos x="673" y="160"/>
                </a:cxn>
                <a:cxn ang="0">
                  <a:pos x="756" y="160"/>
                </a:cxn>
                <a:cxn ang="0">
                  <a:pos x="748" y="195"/>
                </a:cxn>
                <a:cxn ang="0">
                  <a:pos x="740" y="230"/>
                </a:cxn>
                <a:cxn ang="0">
                  <a:pos x="567" y="318"/>
                </a:cxn>
                <a:cxn ang="0">
                  <a:pos x="471" y="368"/>
                </a:cxn>
                <a:cxn ang="0">
                  <a:pos x="472" y="369"/>
                </a:cxn>
                <a:cxn ang="0">
                  <a:pos x="563" y="326"/>
                </a:cxn>
                <a:cxn ang="0">
                  <a:pos x="738" y="241"/>
                </a:cxn>
                <a:cxn ang="0">
                  <a:pos x="716" y="336"/>
                </a:cxn>
                <a:cxn ang="0">
                  <a:pos x="708" y="373"/>
                </a:cxn>
                <a:cxn ang="0">
                  <a:pos x="708" y="375"/>
                </a:cxn>
                <a:cxn ang="0">
                  <a:pos x="710" y="374"/>
                </a:cxn>
                <a:cxn ang="0">
                  <a:pos x="721" y="335"/>
                </a:cxn>
                <a:cxn ang="0">
                  <a:pos x="748" y="236"/>
                </a:cxn>
                <a:cxn ang="0">
                  <a:pos x="820" y="203"/>
                </a:cxn>
                <a:cxn ang="0">
                  <a:pos x="883" y="173"/>
                </a:cxn>
                <a:cxn ang="0">
                  <a:pos x="943" y="147"/>
                </a:cxn>
                <a:cxn ang="0">
                  <a:pos x="688" y="147"/>
                </a:cxn>
                <a:cxn ang="0">
                  <a:pos x="752" y="87"/>
                </a:cxn>
                <a:cxn ang="0">
                  <a:pos x="779" y="61"/>
                </a:cxn>
                <a:cxn ang="0">
                  <a:pos x="759" y="147"/>
                </a:cxn>
                <a:cxn ang="0">
                  <a:pos x="688" y="147"/>
                </a:cxn>
                <a:cxn ang="0">
                  <a:pos x="943" y="147"/>
                </a:cxn>
                <a:cxn ang="0">
                  <a:pos x="770" y="161"/>
                </a:cxn>
                <a:cxn ang="0">
                  <a:pos x="871" y="163"/>
                </a:cxn>
                <a:cxn ang="0">
                  <a:pos x="837" y="181"/>
                </a:cxn>
                <a:cxn ang="0">
                  <a:pos x="752" y="224"/>
                </a:cxn>
                <a:cxn ang="0">
                  <a:pos x="770" y="161"/>
                </a:cxn>
                <a:cxn ang="0">
                  <a:pos x="943" y="147"/>
                </a:cxn>
              </a:cxnLst>
              <a:rect l="0" t="0" r="r" b="b"/>
              <a:pathLst>
                <a:path w="944" h="376">
                  <a:moveTo>
                    <a:pt x="943" y="147"/>
                  </a:moveTo>
                  <a:lnTo>
                    <a:pt x="775" y="147"/>
                  </a:lnTo>
                  <a:lnTo>
                    <a:pt x="816" y="0"/>
                  </a:lnTo>
                  <a:lnTo>
                    <a:pt x="672" y="147"/>
                  </a:lnTo>
                  <a:lnTo>
                    <a:pt x="3" y="147"/>
                  </a:lnTo>
                  <a:lnTo>
                    <a:pt x="0" y="148"/>
                  </a:lnTo>
                  <a:lnTo>
                    <a:pt x="3" y="149"/>
                  </a:lnTo>
                  <a:lnTo>
                    <a:pt x="106" y="151"/>
                  </a:lnTo>
                  <a:lnTo>
                    <a:pt x="332" y="153"/>
                  </a:lnTo>
                  <a:lnTo>
                    <a:pt x="660" y="159"/>
                  </a:lnTo>
                  <a:lnTo>
                    <a:pt x="600" y="221"/>
                  </a:lnTo>
                  <a:lnTo>
                    <a:pt x="578" y="245"/>
                  </a:lnTo>
                  <a:lnTo>
                    <a:pt x="580" y="245"/>
                  </a:lnTo>
                  <a:lnTo>
                    <a:pt x="606" y="221"/>
                  </a:lnTo>
                  <a:lnTo>
                    <a:pt x="673" y="160"/>
                  </a:lnTo>
                  <a:lnTo>
                    <a:pt x="756" y="160"/>
                  </a:lnTo>
                  <a:lnTo>
                    <a:pt x="748" y="195"/>
                  </a:lnTo>
                  <a:lnTo>
                    <a:pt x="740" y="230"/>
                  </a:lnTo>
                  <a:lnTo>
                    <a:pt x="567" y="318"/>
                  </a:lnTo>
                  <a:lnTo>
                    <a:pt x="471" y="368"/>
                  </a:lnTo>
                  <a:lnTo>
                    <a:pt x="472" y="369"/>
                  </a:lnTo>
                  <a:lnTo>
                    <a:pt x="563" y="326"/>
                  </a:lnTo>
                  <a:lnTo>
                    <a:pt x="738" y="241"/>
                  </a:lnTo>
                  <a:lnTo>
                    <a:pt x="716" y="336"/>
                  </a:lnTo>
                  <a:lnTo>
                    <a:pt x="708" y="373"/>
                  </a:lnTo>
                  <a:lnTo>
                    <a:pt x="708" y="375"/>
                  </a:lnTo>
                  <a:lnTo>
                    <a:pt x="710" y="374"/>
                  </a:lnTo>
                  <a:lnTo>
                    <a:pt x="721" y="335"/>
                  </a:lnTo>
                  <a:lnTo>
                    <a:pt x="748" y="236"/>
                  </a:lnTo>
                  <a:lnTo>
                    <a:pt x="820" y="203"/>
                  </a:lnTo>
                  <a:lnTo>
                    <a:pt x="883" y="173"/>
                  </a:lnTo>
                  <a:lnTo>
                    <a:pt x="943" y="147"/>
                  </a:lnTo>
                  <a:lnTo>
                    <a:pt x="688" y="147"/>
                  </a:lnTo>
                  <a:lnTo>
                    <a:pt x="752" y="87"/>
                  </a:lnTo>
                  <a:lnTo>
                    <a:pt x="779" y="61"/>
                  </a:lnTo>
                  <a:lnTo>
                    <a:pt x="759" y="147"/>
                  </a:lnTo>
                  <a:lnTo>
                    <a:pt x="688" y="147"/>
                  </a:lnTo>
                  <a:lnTo>
                    <a:pt x="943" y="147"/>
                  </a:lnTo>
                  <a:lnTo>
                    <a:pt x="770" y="161"/>
                  </a:lnTo>
                  <a:lnTo>
                    <a:pt x="871" y="163"/>
                  </a:lnTo>
                  <a:lnTo>
                    <a:pt x="837" y="181"/>
                  </a:lnTo>
                  <a:lnTo>
                    <a:pt x="752" y="224"/>
                  </a:lnTo>
                  <a:lnTo>
                    <a:pt x="770" y="161"/>
                  </a:lnTo>
                  <a:lnTo>
                    <a:pt x="943" y="147"/>
                  </a:lnTo>
                </a:path>
              </a:pathLst>
            </a:custGeom>
            <a:solidFill>
              <a:srgbClr val="FFFFFF"/>
            </a:solidFill>
            <a:ln w="12700" cap="rnd" cmpd="sng">
              <a:noFill/>
              <a:prstDash val="solid"/>
              <a:round/>
              <a:headEnd type="none" w="med" len="med"/>
              <a:tailEnd type="none" w="med" len="med"/>
            </a:ln>
            <a:effectLst/>
          </p:spPr>
          <p:txBody>
            <a:bodyPr/>
            <a:lstStyle/>
            <a:p>
              <a:pPr>
                <a:defRPr/>
              </a:pPr>
              <a:endParaRPr lang="en-US" dirty="0">
                <a:solidFill>
                  <a:prstClr val="black"/>
                </a:solidFill>
                <a:effectLst>
                  <a:outerShdw blurRad="38100" dist="38100" dir="2700000" algn="tl">
                    <a:srgbClr val="000000">
                      <a:alpha val="43137"/>
                    </a:srgbClr>
                  </a:outerShdw>
                </a:effectLst>
                <a:latin typeface="Corbel"/>
                <a:cs typeface="Arial" charset="0"/>
              </a:endParaRPr>
            </a:p>
          </p:txBody>
        </p:sp>
        <p:sp>
          <p:nvSpPr>
            <p:cNvPr id="5" name="Freeform 7"/>
            <p:cNvSpPr>
              <a:spLocks/>
            </p:cNvSpPr>
            <p:nvPr/>
          </p:nvSpPr>
          <p:spPr bwMode="black">
            <a:xfrm>
              <a:off x="371" y="3718"/>
              <a:ext cx="56" cy="67"/>
            </a:xfrm>
            <a:custGeom>
              <a:avLst/>
              <a:gdLst/>
              <a:ahLst/>
              <a:cxnLst>
                <a:cxn ang="0">
                  <a:pos x="14" y="0"/>
                </a:cxn>
                <a:cxn ang="0">
                  <a:pos x="40" y="0"/>
                </a:cxn>
                <a:cxn ang="0">
                  <a:pos x="30" y="49"/>
                </a:cxn>
                <a:cxn ang="0">
                  <a:pos x="55" y="49"/>
                </a:cxn>
                <a:cxn ang="0">
                  <a:pos x="50" y="67"/>
                </a:cxn>
                <a:cxn ang="0">
                  <a:pos x="0" y="67"/>
                </a:cxn>
                <a:cxn ang="0">
                  <a:pos x="14" y="0"/>
                </a:cxn>
              </a:cxnLst>
              <a:rect l="0" t="0" r="r" b="b"/>
              <a:pathLst>
                <a:path w="56" h="68">
                  <a:moveTo>
                    <a:pt x="14" y="0"/>
                  </a:moveTo>
                  <a:lnTo>
                    <a:pt x="40" y="0"/>
                  </a:lnTo>
                  <a:lnTo>
                    <a:pt x="30" y="49"/>
                  </a:lnTo>
                  <a:lnTo>
                    <a:pt x="55" y="49"/>
                  </a:lnTo>
                  <a:lnTo>
                    <a:pt x="50" y="67"/>
                  </a:lnTo>
                  <a:lnTo>
                    <a:pt x="0" y="67"/>
                  </a:lnTo>
                  <a:lnTo>
                    <a:pt x="14" y="0"/>
                  </a:lnTo>
                </a:path>
              </a:pathLst>
            </a:custGeom>
            <a:solidFill>
              <a:srgbClr val="FFFFFF"/>
            </a:solidFill>
            <a:ln w="12700" cap="rnd" cmpd="sng">
              <a:noFill/>
              <a:prstDash val="solid"/>
              <a:round/>
              <a:headEnd type="none" w="med" len="med"/>
              <a:tailEnd type="none" w="med" len="med"/>
            </a:ln>
            <a:effectLst/>
          </p:spPr>
          <p:txBody>
            <a:bodyPr/>
            <a:lstStyle/>
            <a:p>
              <a:pPr>
                <a:defRPr/>
              </a:pPr>
              <a:endParaRPr lang="en-US" dirty="0">
                <a:solidFill>
                  <a:prstClr val="black"/>
                </a:solidFill>
                <a:effectLst>
                  <a:outerShdw blurRad="38100" dist="38100" dir="2700000" algn="tl">
                    <a:srgbClr val="000000">
                      <a:alpha val="43137"/>
                    </a:srgbClr>
                  </a:outerShdw>
                </a:effectLst>
                <a:latin typeface="Corbel"/>
                <a:cs typeface="Arial" charset="0"/>
              </a:endParaRPr>
            </a:p>
          </p:txBody>
        </p:sp>
        <p:sp>
          <p:nvSpPr>
            <p:cNvPr id="6" name="Freeform 8"/>
            <p:cNvSpPr>
              <a:spLocks/>
            </p:cNvSpPr>
            <p:nvPr/>
          </p:nvSpPr>
          <p:spPr bwMode="black">
            <a:xfrm>
              <a:off x="487" y="3715"/>
              <a:ext cx="74" cy="71"/>
            </a:xfrm>
            <a:custGeom>
              <a:avLst/>
              <a:gdLst/>
              <a:ahLst/>
              <a:cxnLst>
                <a:cxn ang="0">
                  <a:pos x="44" y="0"/>
                </a:cxn>
                <a:cxn ang="0">
                  <a:pos x="59" y="3"/>
                </a:cxn>
                <a:cxn ang="0">
                  <a:pos x="69" y="10"/>
                </a:cxn>
                <a:cxn ang="0">
                  <a:pos x="73" y="21"/>
                </a:cxn>
                <a:cxn ang="0">
                  <a:pos x="72" y="36"/>
                </a:cxn>
                <a:cxn ang="0">
                  <a:pos x="66" y="50"/>
                </a:cxn>
                <a:cxn ang="0">
                  <a:pos x="57" y="61"/>
                </a:cxn>
                <a:cxn ang="0">
                  <a:pos x="44" y="68"/>
                </a:cxn>
                <a:cxn ang="0">
                  <a:pos x="29" y="71"/>
                </a:cxn>
                <a:cxn ang="0">
                  <a:pos x="13" y="68"/>
                </a:cxn>
                <a:cxn ang="0">
                  <a:pos x="4" y="61"/>
                </a:cxn>
                <a:cxn ang="0">
                  <a:pos x="0" y="50"/>
                </a:cxn>
                <a:cxn ang="0">
                  <a:pos x="1" y="36"/>
                </a:cxn>
                <a:cxn ang="0">
                  <a:pos x="6" y="21"/>
                </a:cxn>
                <a:cxn ang="0">
                  <a:pos x="15" y="10"/>
                </a:cxn>
                <a:cxn ang="0">
                  <a:pos x="29" y="3"/>
                </a:cxn>
                <a:cxn ang="0">
                  <a:pos x="44" y="0"/>
                </a:cxn>
                <a:cxn ang="0">
                  <a:pos x="32" y="53"/>
                </a:cxn>
                <a:cxn ang="0">
                  <a:pos x="39" y="50"/>
                </a:cxn>
                <a:cxn ang="0">
                  <a:pos x="44" y="36"/>
                </a:cxn>
                <a:cxn ang="0">
                  <a:pos x="45" y="21"/>
                </a:cxn>
                <a:cxn ang="0">
                  <a:pos x="40" y="19"/>
                </a:cxn>
                <a:cxn ang="0">
                  <a:pos x="34" y="21"/>
                </a:cxn>
                <a:cxn ang="0">
                  <a:pos x="29" y="36"/>
                </a:cxn>
                <a:cxn ang="0">
                  <a:pos x="28" y="50"/>
                </a:cxn>
                <a:cxn ang="0">
                  <a:pos x="32" y="53"/>
                </a:cxn>
                <a:cxn ang="0">
                  <a:pos x="44" y="0"/>
                </a:cxn>
              </a:cxnLst>
              <a:rect l="0" t="0" r="r" b="b"/>
              <a:pathLst>
                <a:path w="74" h="72">
                  <a:moveTo>
                    <a:pt x="44" y="0"/>
                  </a:moveTo>
                  <a:lnTo>
                    <a:pt x="59" y="3"/>
                  </a:lnTo>
                  <a:lnTo>
                    <a:pt x="69" y="10"/>
                  </a:lnTo>
                  <a:lnTo>
                    <a:pt x="73" y="21"/>
                  </a:lnTo>
                  <a:lnTo>
                    <a:pt x="72" y="36"/>
                  </a:lnTo>
                  <a:lnTo>
                    <a:pt x="66" y="50"/>
                  </a:lnTo>
                  <a:lnTo>
                    <a:pt x="57" y="61"/>
                  </a:lnTo>
                  <a:lnTo>
                    <a:pt x="44" y="68"/>
                  </a:lnTo>
                  <a:lnTo>
                    <a:pt x="29" y="71"/>
                  </a:lnTo>
                  <a:lnTo>
                    <a:pt x="13" y="68"/>
                  </a:lnTo>
                  <a:lnTo>
                    <a:pt x="4" y="61"/>
                  </a:lnTo>
                  <a:lnTo>
                    <a:pt x="0" y="50"/>
                  </a:lnTo>
                  <a:lnTo>
                    <a:pt x="1" y="36"/>
                  </a:lnTo>
                  <a:lnTo>
                    <a:pt x="6" y="21"/>
                  </a:lnTo>
                  <a:lnTo>
                    <a:pt x="15" y="10"/>
                  </a:lnTo>
                  <a:lnTo>
                    <a:pt x="29" y="3"/>
                  </a:lnTo>
                  <a:lnTo>
                    <a:pt x="44" y="0"/>
                  </a:lnTo>
                  <a:lnTo>
                    <a:pt x="32" y="53"/>
                  </a:lnTo>
                  <a:lnTo>
                    <a:pt x="39" y="50"/>
                  </a:lnTo>
                  <a:lnTo>
                    <a:pt x="44" y="36"/>
                  </a:lnTo>
                  <a:lnTo>
                    <a:pt x="45" y="21"/>
                  </a:lnTo>
                  <a:lnTo>
                    <a:pt x="40" y="19"/>
                  </a:lnTo>
                  <a:lnTo>
                    <a:pt x="34" y="21"/>
                  </a:lnTo>
                  <a:lnTo>
                    <a:pt x="29" y="36"/>
                  </a:lnTo>
                  <a:lnTo>
                    <a:pt x="28" y="50"/>
                  </a:lnTo>
                  <a:lnTo>
                    <a:pt x="32" y="53"/>
                  </a:lnTo>
                  <a:lnTo>
                    <a:pt x="44" y="0"/>
                  </a:lnTo>
                </a:path>
              </a:pathLst>
            </a:custGeom>
            <a:solidFill>
              <a:srgbClr val="FFFFFF"/>
            </a:solidFill>
            <a:ln w="12700" cap="rnd" cmpd="sng">
              <a:noFill/>
              <a:prstDash val="solid"/>
              <a:round/>
              <a:headEnd type="none" w="med" len="med"/>
              <a:tailEnd type="none" w="med" len="med"/>
            </a:ln>
            <a:effectLst/>
          </p:spPr>
          <p:txBody>
            <a:bodyPr/>
            <a:lstStyle/>
            <a:p>
              <a:pPr>
                <a:defRPr/>
              </a:pPr>
              <a:endParaRPr lang="en-US" dirty="0">
                <a:solidFill>
                  <a:prstClr val="black"/>
                </a:solidFill>
                <a:effectLst>
                  <a:outerShdw blurRad="38100" dist="38100" dir="2700000" algn="tl">
                    <a:srgbClr val="000000">
                      <a:alpha val="43137"/>
                    </a:srgbClr>
                  </a:outerShdw>
                </a:effectLst>
                <a:latin typeface="Corbel"/>
                <a:cs typeface="Arial" charset="0"/>
              </a:endParaRPr>
            </a:p>
          </p:txBody>
        </p:sp>
        <p:sp>
          <p:nvSpPr>
            <p:cNvPr id="7" name="Freeform 9"/>
            <p:cNvSpPr>
              <a:spLocks/>
            </p:cNvSpPr>
            <p:nvPr/>
          </p:nvSpPr>
          <p:spPr bwMode="black">
            <a:xfrm>
              <a:off x="619" y="3715"/>
              <a:ext cx="71" cy="71"/>
            </a:xfrm>
            <a:custGeom>
              <a:avLst/>
              <a:gdLst/>
              <a:ahLst/>
              <a:cxnLst>
                <a:cxn ang="0">
                  <a:pos x="68" y="44"/>
                </a:cxn>
                <a:cxn ang="0">
                  <a:pos x="62" y="56"/>
                </a:cxn>
                <a:cxn ang="0">
                  <a:pos x="52" y="64"/>
                </a:cxn>
                <a:cxn ang="0">
                  <a:pos x="41" y="69"/>
                </a:cxn>
                <a:cxn ang="0">
                  <a:pos x="29" y="71"/>
                </a:cxn>
                <a:cxn ang="0">
                  <a:pos x="14" y="68"/>
                </a:cxn>
                <a:cxn ang="0">
                  <a:pos x="4" y="61"/>
                </a:cxn>
                <a:cxn ang="0">
                  <a:pos x="0" y="50"/>
                </a:cxn>
                <a:cxn ang="0">
                  <a:pos x="1" y="36"/>
                </a:cxn>
                <a:cxn ang="0">
                  <a:pos x="6" y="21"/>
                </a:cxn>
                <a:cxn ang="0">
                  <a:pos x="15" y="10"/>
                </a:cxn>
                <a:cxn ang="0">
                  <a:pos x="28" y="3"/>
                </a:cxn>
                <a:cxn ang="0">
                  <a:pos x="44" y="0"/>
                </a:cxn>
                <a:cxn ang="0">
                  <a:pos x="56" y="1"/>
                </a:cxn>
                <a:cxn ang="0">
                  <a:pos x="66" y="6"/>
                </a:cxn>
                <a:cxn ang="0">
                  <a:pos x="71" y="14"/>
                </a:cxn>
                <a:cxn ang="0">
                  <a:pos x="71" y="26"/>
                </a:cxn>
                <a:cxn ang="0">
                  <a:pos x="46" y="26"/>
                </a:cxn>
                <a:cxn ang="0">
                  <a:pos x="41" y="19"/>
                </a:cxn>
                <a:cxn ang="0">
                  <a:pos x="34" y="23"/>
                </a:cxn>
                <a:cxn ang="0">
                  <a:pos x="29" y="36"/>
                </a:cxn>
                <a:cxn ang="0">
                  <a:pos x="27" y="48"/>
                </a:cxn>
                <a:cxn ang="0">
                  <a:pos x="33" y="53"/>
                </a:cxn>
                <a:cxn ang="0">
                  <a:pos x="41" y="44"/>
                </a:cxn>
                <a:cxn ang="0">
                  <a:pos x="68" y="44"/>
                </a:cxn>
              </a:cxnLst>
              <a:rect l="0" t="0" r="r" b="b"/>
              <a:pathLst>
                <a:path w="72" h="72">
                  <a:moveTo>
                    <a:pt x="68" y="44"/>
                  </a:moveTo>
                  <a:lnTo>
                    <a:pt x="62" y="56"/>
                  </a:lnTo>
                  <a:lnTo>
                    <a:pt x="52" y="64"/>
                  </a:lnTo>
                  <a:lnTo>
                    <a:pt x="41" y="69"/>
                  </a:lnTo>
                  <a:lnTo>
                    <a:pt x="29" y="71"/>
                  </a:lnTo>
                  <a:lnTo>
                    <a:pt x="14" y="68"/>
                  </a:lnTo>
                  <a:lnTo>
                    <a:pt x="4" y="61"/>
                  </a:lnTo>
                  <a:lnTo>
                    <a:pt x="0" y="50"/>
                  </a:lnTo>
                  <a:lnTo>
                    <a:pt x="1" y="36"/>
                  </a:lnTo>
                  <a:lnTo>
                    <a:pt x="6" y="21"/>
                  </a:lnTo>
                  <a:lnTo>
                    <a:pt x="15" y="10"/>
                  </a:lnTo>
                  <a:lnTo>
                    <a:pt x="28" y="3"/>
                  </a:lnTo>
                  <a:lnTo>
                    <a:pt x="44" y="0"/>
                  </a:lnTo>
                  <a:lnTo>
                    <a:pt x="56" y="1"/>
                  </a:lnTo>
                  <a:lnTo>
                    <a:pt x="66" y="6"/>
                  </a:lnTo>
                  <a:lnTo>
                    <a:pt x="71" y="14"/>
                  </a:lnTo>
                  <a:lnTo>
                    <a:pt x="71" y="26"/>
                  </a:lnTo>
                  <a:lnTo>
                    <a:pt x="46" y="26"/>
                  </a:lnTo>
                  <a:lnTo>
                    <a:pt x="41" y="19"/>
                  </a:lnTo>
                  <a:lnTo>
                    <a:pt x="34" y="23"/>
                  </a:lnTo>
                  <a:lnTo>
                    <a:pt x="29" y="36"/>
                  </a:lnTo>
                  <a:lnTo>
                    <a:pt x="27" y="48"/>
                  </a:lnTo>
                  <a:lnTo>
                    <a:pt x="33" y="53"/>
                  </a:lnTo>
                  <a:lnTo>
                    <a:pt x="41" y="44"/>
                  </a:lnTo>
                  <a:lnTo>
                    <a:pt x="68" y="44"/>
                  </a:lnTo>
                </a:path>
              </a:pathLst>
            </a:custGeom>
            <a:solidFill>
              <a:srgbClr val="FFFFFF"/>
            </a:solidFill>
            <a:ln w="12700" cap="rnd" cmpd="sng">
              <a:noFill/>
              <a:prstDash val="solid"/>
              <a:round/>
              <a:headEnd type="none" w="med" len="med"/>
              <a:tailEnd type="none" w="med" len="med"/>
            </a:ln>
            <a:effectLst/>
          </p:spPr>
          <p:txBody>
            <a:bodyPr/>
            <a:lstStyle/>
            <a:p>
              <a:pPr>
                <a:defRPr/>
              </a:pPr>
              <a:endParaRPr lang="en-US" dirty="0">
                <a:solidFill>
                  <a:prstClr val="black"/>
                </a:solidFill>
                <a:effectLst>
                  <a:outerShdw blurRad="38100" dist="38100" dir="2700000" algn="tl">
                    <a:srgbClr val="000000">
                      <a:alpha val="43137"/>
                    </a:srgbClr>
                  </a:outerShdw>
                </a:effectLst>
                <a:latin typeface="Corbel"/>
                <a:cs typeface="Arial" charset="0"/>
              </a:endParaRPr>
            </a:p>
          </p:txBody>
        </p:sp>
        <p:sp>
          <p:nvSpPr>
            <p:cNvPr id="8" name="Freeform 10"/>
            <p:cNvSpPr>
              <a:spLocks/>
            </p:cNvSpPr>
            <p:nvPr/>
          </p:nvSpPr>
          <p:spPr bwMode="black">
            <a:xfrm>
              <a:off x="751" y="3718"/>
              <a:ext cx="87" cy="67"/>
            </a:xfrm>
            <a:custGeom>
              <a:avLst/>
              <a:gdLst/>
              <a:ahLst/>
              <a:cxnLst>
                <a:cxn ang="0">
                  <a:pos x="15" y="0"/>
                </a:cxn>
                <a:cxn ang="0">
                  <a:pos x="42" y="0"/>
                </a:cxn>
                <a:cxn ang="0">
                  <a:pos x="35" y="28"/>
                </a:cxn>
                <a:cxn ang="0">
                  <a:pos x="56" y="0"/>
                </a:cxn>
                <a:cxn ang="0">
                  <a:pos x="86" y="0"/>
                </a:cxn>
                <a:cxn ang="0">
                  <a:pos x="60" y="32"/>
                </a:cxn>
                <a:cxn ang="0">
                  <a:pos x="73" y="67"/>
                </a:cxn>
                <a:cxn ang="0">
                  <a:pos x="44" y="67"/>
                </a:cxn>
                <a:cxn ang="0">
                  <a:pos x="34" y="37"/>
                </a:cxn>
                <a:cxn ang="0">
                  <a:pos x="27" y="67"/>
                </a:cxn>
                <a:cxn ang="0">
                  <a:pos x="0" y="67"/>
                </a:cxn>
                <a:cxn ang="0">
                  <a:pos x="15" y="0"/>
                </a:cxn>
              </a:cxnLst>
              <a:rect l="0" t="0" r="r" b="b"/>
              <a:pathLst>
                <a:path w="87" h="68">
                  <a:moveTo>
                    <a:pt x="15" y="0"/>
                  </a:moveTo>
                  <a:lnTo>
                    <a:pt x="42" y="0"/>
                  </a:lnTo>
                  <a:lnTo>
                    <a:pt x="35" y="28"/>
                  </a:lnTo>
                  <a:lnTo>
                    <a:pt x="56" y="0"/>
                  </a:lnTo>
                  <a:lnTo>
                    <a:pt x="86" y="0"/>
                  </a:lnTo>
                  <a:lnTo>
                    <a:pt x="60" y="32"/>
                  </a:lnTo>
                  <a:lnTo>
                    <a:pt x="73" y="67"/>
                  </a:lnTo>
                  <a:lnTo>
                    <a:pt x="44" y="67"/>
                  </a:lnTo>
                  <a:lnTo>
                    <a:pt x="34" y="37"/>
                  </a:lnTo>
                  <a:lnTo>
                    <a:pt x="27" y="67"/>
                  </a:lnTo>
                  <a:lnTo>
                    <a:pt x="0" y="67"/>
                  </a:lnTo>
                  <a:lnTo>
                    <a:pt x="15" y="0"/>
                  </a:lnTo>
                </a:path>
              </a:pathLst>
            </a:custGeom>
            <a:solidFill>
              <a:srgbClr val="FFFFFF"/>
            </a:solidFill>
            <a:ln w="12700" cap="rnd" cmpd="sng">
              <a:noFill/>
              <a:prstDash val="solid"/>
              <a:round/>
              <a:headEnd type="none" w="med" len="med"/>
              <a:tailEnd type="none" w="med" len="med"/>
            </a:ln>
            <a:effectLst/>
          </p:spPr>
          <p:txBody>
            <a:bodyPr/>
            <a:lstStyle/>
            <a:p>
              <a:pPr>
                <a:defRPr/>
              </a:pPr>
              <a:endParaRPr lang="en-US" dirty="0">
                <a:solidFill>
                  <a:prstClr val="black"/>
                </a:solidFill>
                <a:effectLst>
                  <a:outerShdw blurRad="38100" dist="38100" dir="2700000" algn="tl">
                    <a:srgbClr val="000000">
                      <a:alpha val="43137"/>
                    </a:srgbClr>
                  </a:outerShdw>
                </a:effectLst>
                <a:latin typeface="Corbel"/>
                <a:cs typeface="Arial" charset="0"/>
              </a:endParaRPr>
            </a:p>
          </p:txBody>
        </p:sp>
        <p:sp>
          <p:nvSpPr>
            <p:cNvPr id="9" name="Freeform 11"/>
            <p:cNvSpPr>
              <a:spLocks/>
            </p:cNvSpPr>
            <p:nvPr/>
          </p:nvSpPr>
          <p:spPr bwMode="black">
            <a:xfrm>
              <a:off x="890" y="3718"/>
              <a:ext cx="83" cy="67"/>
            </a:xfrm>
            <a:custGeom>
              <a:avLst/>
              <a:gdLst/>
              <a:ahLst/>
              <a:cxnLst>
                <a:cxn ang="0">
                  <a:pos x="44" y="42"/>
                </a:cxn>
                <a:cxn ang="0">
                  <a:pos x="33" y="42"/>
                </a:cxn>
                <a:cxn ang="0">
                  <a:pos x="27" y="67"/>
                </a:cxn>
                <a:cxn ang="0">
                  <a:pos x="0" y="67"/>
                </a:cxn>
                <a:cxn ang="0">
                  <a:pos x="15" y="0"/>
                </a:cxn>
                <a:cxn ang="0">
                  <a:pos x="42" y="0"/>
                </a:cxn>
                <a:cxn ang="0">
                  <a:pos x="36" y="23"/>
                </a:cxn>
                <a:cxn ang="0">
                  <a:pos x="49" y="23"/>
                </a:cxn>
                <a:cxn ang="0">
                  <a:pos x="54" y="0"/>
                </a:cxn>
                <a:cxn ang="0">
                  <a:pos x="81" y="0"/>
                </a:cxn>
                <a:cxn ang="0">
                  <a:pos x="68" y="67"/>
                </a:cxn>
                <a:cxn ang="0">
                  <a:pos x="40" y="67"/>
                </a:cxn>
                <a:cxn ang="0">
                  <a:pos x="44" y="42"/>
                </a:cxn>
              </a:cxnLst>
              <a:rect l="0" t="0" r="r" b="b"/>
              <a:pathLst>
                <a:path w="82" h="68">
                  <a:moveTo>
                    <a:pt x="44" y="42"/>
                  </a:moveTo>
                  <a:lnTo>
                    <a:pt x="33" y="42"/>
                  </a:lnTo>
                  <a:lnTo>
                    <a:pt x="27" y="67"/>
                  </a:lnTo>
                  <a:lnTo>
                    <a:pt x="0" y="67"/>
                  </a:lnTo>
                  <a:lnTo>
                    <a:pt x="15" y="0"/>
                  </a:lnTo>
                  <a:lnTo>
                    <a:pt x="42" y="0"/>
                  </a:lnTo>
                  <a:lnTo>
                    <a:pt x="36" y="23"/>
                  </a:lnTo>
                  <a:lnTo>
                    <a:pt x="49" y="23"/>
                  </a:lnTo>
                  <a:lnTo>
                    <a:pt x="54" y="0"/>
                  </a:lnTo>
                  <a:lnTo>
                    <a:pt x="81" y="0"/>
                  </a:lnTo>
                  <a:lnTo>
                    <a:pt x="68" y="67"/>
                  </a:lnTo>
                  <a:lnTo>
                    <a:pt x="40" y="67"/>
                  </a:lnTo>
                  <a:lnTo>
                    <a:pt x="44" y="42"/>
                  </a:lnTo>
                </a:path>
              </a:pathLst>
            </a:custGeom>
            <a:solidFill>
              <a:srgbClr val="FFFFFF"/>
            </a:solidFill>
            <a:ln w="12700" cap="rnd" cmpd="sng">
              <a:noFill/>
              <a:prstDash val="solid"/>
              <a:round/>
              <a:headEnd type="none" w="med" len="med"/>
              <a:tailEnd type="none" w="med" len="med"/>
            </a:ln>
            <a:effectLst/>
          </p:spPr>
          <p:txBody>
            <a:bodyPr/>
            <a:lstStyle/>
            <a:p>
              <a:pPr>
                <a:defRPr/>
              </a:pPr>
              <a:endParaRPr lang="en-US" dirty="0">
                <a:solidFill>
                  <a:prstClr val="black"/>
                </a:solidFill>
                <a:effectLst>
                  <a:outerShdw blurRad="38100" dist="38100" dir="2700000" algn="tl">
                    <a:srgbClr val="000000">
                      <a:alpha val="43137"/>
                    </a:srgbClr>
                  </a:outerShdw>
                </a:effectLst>
                <a:latin typeface="Corbel"/>
                <a:cs typeface="Arial" charset="0"/>
              </a:endParaRPr>
            </a:p>
          </p:txBody>
        </p:sp>
        <p:sp>
          <p:nvSpPr>
            <p:cNvPr id="10" name="Freeform 12"/>
            <p:cNvSpPr>
              <a:spLocks/>
            </p:cNvSpPr>
            <p:nvPr/>
          </p:nvSpPr>
          <p:spPr bwMode="black">
            <a:xfrm>
              <a:off x="1028" y="3718"/>
              <a:ext cx="68" cy="67"/>
            </a:xfrm>
            <a:custGeom>
              <a:avLst/>
              <a:gdLst/>
              <a:ahLst/>
              <a:cxnLst>
                <a:cxn ang="0">
                  <a:pos x="14" y="0"/>
                </a:cxn>
                <a:cxn ang="0">
                  <a:pos x="67" y="0"/>
                </a:cxn>
                <a:cxn ang="0">
                  <a:pos x="64" y="18"/>
                </a:cxn>
                <a:cxn ang="0">
                  <a:pos x="37" y="18"/>
                </a:cxn>
                <a:cxn ang="0">
                  <a:pos x="35" y="24"/>
                </a:cxn>
                <a:cxn ang="0">
                  <a:pos x="59" y="24"/>
                </a:cxn>
                <a:cxn ang="0">
                  <a:pos x="56" y="42"/>
                </a:cxn>
                <a:cxn ang="0">
                  <a:pos x="31" y="42"/>
                </a:cxn>
                <a:cxn ang="0">
                  <a:pos x="29" y="49"/>
                </a:cxn>
                <a:cxn ang="0">
                  <a:pos x="57" y="49"/>
                </a:cxn>
                <a:cxn ang="0">
                  <a:pos x="54" y="67"/>
                </a:cxn>
                <a:cxn ang="0">
                  <a:pos x="0" y="67"/>
                </a:cxn>
                <a:cxn ang="0">
                  <a:pos x="14" y="0"/>
                </a:cxn>
              </a:cxnLst>
              <a:rect l="0" t="0" r="r" b="b"/>
              <a:pathLst>
                <a:path w="68" h="68">
                  <a:moveTo>
                    <a:pt x="14" y="0"/>
                  </a:moveTo>
                  <a:lnTo>
                    <a:pt x="67" y="0"/>
                  </a:lnTo>
                  <a:lnTo>
                    <a:pt x="64" y="18"/>
                  </a:lnTo>
                  <a:lnTo>
                    <a:pt x="37" y="18"/>
                  </a:lnTo>
                  <a:lnTo>
                    <a:pt x="35" y="24"/>
                  </a:lnTo>
                  <a:lnTo>
                    <a:pt x="59" y="24"/>
                  </a:lnTo>
                  <a:lnTo>
                    <a:pt x="56" y="42"/>
                  </a:lnTo>
                  <a:lnTo>
                    <a:pt x="31" y="42"/>
                  </a:lnTo>
                  <a:lnTo>
                    <a:pt x="29" y="49"/>
                  </a:lnTo>
                  <a:lnTo>
                    <a:pt x="57" y="49"/>
                  </a:lnTo>
                  <a:lnTo>
                    <a:pt x="54" y="67"/>
                  </a:lnTo>
                  <a:lnTo>
                    <a:pt x="0" y="67"/>
                  </a:lnTo>
                  <a:lnTo>
                    <a:pt x="14" y="0"/>
                  </a:lnTo>
                </a:path>
              </a:pathLst>
            </a:custGeom>
            <a:solidFill>
              <a:srgbClr val="FFFFFF"/>
            </a:solidFill>
            <a:ln w="12700" cap="rnd" cmpd="sng">
              <a:noFill/>
              <a:prstDash val="solid"/>
              <a:round/>
              <a:headEnd type="none" w="med" len="med"/>
              <a:tailEnd type="none" w="med" len="med"/>
            </a:ln>
            <a:effectLst/>
          </p:spPr>
          <p:txBody>
            <a:bodyPr/>
            <a:lstStyle/>
            <a:p>
              <a:pPr>
                <a:defRPr/>
              </a:pPr>
              <a:endParaRPr lang="en-US" dirty="0">
                <a:solidFill>
                  <a:prstClr val="black"/>
                </a:solidFill>
                <a:effectLst>
                  <a:outerShdw blurRad="38100" dist="38100" dir="2700000" algn="tl">
                    <a:srgbClr val="000000">
                      <a:alpha val="43137"/>
                    </a:srgbClr>
                  </a:outerShdw>
                </a:effectLst>
                <a:latin typeface="Corbel"/>
                <a:cs typeface="Arial" charset="0"/>
              </a:endParaRPr>
            </a:p>
          </p:txBody>
        </p:sp>
        <p:sp>
          <p:nvSpPr>
            <p:cNvPr id="11" name="Freeform 13"/>
            <p:cNvSpPr>
              <a:spLocks/>
            </p:cNvSpPr>
            <p:nvPr/>
          </p:nvSpPr>
          <p:spPr bwMode="black">
            <a:xfrm>
              <a:off x="1157" y="3718"/>
              <a:ext cx="66" cy="67"/>
            </a:xfrm>
            <a:custGeom>
              <a:avLst/>
              <a:gdLst/>
              <a:ahLst/>
              <a:cxnLst>
                <a:cxn ang="0">
                  <a:pos x="14" y="0"/>
                </a:cxn>
                <a:cxn ang="0">
                  <a:pos x="65" y="0"/>
                </a:cxn>
                <a:cxn ang="0">
                  <a:pos x="62" y="18"/>
                </a:cxn>
                <a:cxn ang="0">
                  <a:pos x="35" y="18"/>
                </a:cxn>
                <a:cxn ang="0">
                  <a:pos x="35" y="24"/>
                </a:cxn>
                <a:cxn ang="0">
                  <a:pos x="58" y="24"/>
                </a:cxn>
                <a:cxn ang="0">
                  <a:pos x="54" y="42"/>
                </a:cxn>
                <a:cxn ang="0">
                  <a:pos x="30" y="42"/>
                </a:cxn>
                <a:cxn ang="0">
                  <a:pos x="28" y="49"/>
                </a:cxn>
                <a:cxn ang="0">
                  <a:pos x="56" y="49"/>
                </a:cxn>
                <a:cxn ang="0">
                  <a:pos x="52" y="67"/>
                </a:cxn>
                <a:cxn ang="0">
                  <a:pos x="0" y="67"/>
                </a:cxn>
                <a:cxn ang="0">
                  <a:pos x="14" y="0"/>
                </a:cxn>
              </a:cxnLst>
              <a:rect l="0" t="0" r="r" b="b"/>
              <a:pathLst>
                <a:path w="66" h="68">
                  <a:moveTo>
                    <a:pt x="14" y="0"/>
                  </a:moveTo>
                  <a:lnTo>
                    <a:pt x="65" y="0"/>
                  </a:lnTo>
                  <a:lnTo>
                    <a:pt x="62" y="18"/>
                  </a:lnTo>
                  <a:lnTo>
                    <a:pt x="35" y="18"/>
                  </a:lnTo>
                  <a:lnTo>
                    <a:pt x="35" y="24"/>
                  </a:lnTo>
                  <a:lnTo>
                    <a:pt x="58" y="24"/>
                  </a:lnTo>
                  <a:lnTo>
                    <a:pt x="54" y="42"/>
                  </a:lnTo>
                  <a:lnTo>
                    <a:pt x="30" y="42"/>
                  </a:lnTo>
                  <a:lnTo>
                    <a:pt x="28" y="49"/>
                  </a:lnTo>
                  <a:lnTo>
                    <a:pt x="56" y="49"/>
                  </a:lnTo>
                  <a:lnTo>
                    <a:pt x="52" y="67"/>
                  </a:lnTo>
                  <a:lnTo>
                    <a:pt x="0" y="67"/>
                  </a:lnTo>
                  <a:lnTo>
                    <a:pt x="14" y="0"/>
                  </a:lnTo>
                </a:path>
              </a:pathLst>
            </a:custGeom>
            <a:solidFill>
              <a:srgbClr val="FFFFFF"/>
            </a:solidFill>
            <a:ln w="12700" cap="rnd" cmpd="sng">
              <a:noFill/>
              <a:prstDash val="solid"/>
              <a:round/>
              <a:headEnd type="none" w="med" len="med"/>
              <a:tailEnd type="none" w="med" len="med"/>
            </a:ln>
            <a:effectLst/>
          </p:spPr>
          <p:txBody>
            <a:bodyPr/>
            <a:lstStyle/>
            <a:p>
              <a:pPr>
                <a:defRPr/>
              </a:pPr>
              <a:endParaRPr lang="en-US" dirty="0">
                <a:solidFill>
                  <a:prstClr val="black"/>
                </a:solidFill>
                <a:effectLst>
                  <a:outerShdw blurRad="38100" dist="38100" dir="2700000" algn="tl">
                    <a:srgbClr val="000000">
                      <a:alpha val="43137"/>
                    </a:srgbClr>
                  </a:outerShdw>
                </a:effectLst>
                <a:latin typeface="Corbel"/>
                <a:cs typeface="Arial" charset="0"/>
              </a:endParaRPr>
            </a:p>
          </p:txBody>
        </p:sp>
        <p:sp>
          <p:nvSpPr>
            <p:cNvPr id="12" name="Freeform 14"/>
            <p:cNvSpPr>
              <a:spLocks/>
            </p:cNvSpPr>
            <p:nvPr/>
          </p:nvSpPr>
          <p:spPr bwMode="black">
            <a:xfrm>
              <a:off x="1285" y="3718"/>
              <a:ext cx="78" cy="67"/>
            </a:xfrm>
            <a:custGeom>
              <a:avLst/>
              <a:gdLst/>
              <a:ahLst/>
              <a:cxnLst>
                <a:cxn ang="0">
                  <a:pos x="14" y="0"/>
                </a:cxn>
                <a:cxn ang="0">
                  <a:pos x="46" y="0"/>
                </a:cxn>
                <a:cxn ang="0">
                  <a:pos x="63" y="3"/>
                </a:cxn>
                <a:cxn ang="0">
                  <a:pos x="72" y="10"/>
                </a:cxn>
                <a:cxn ang="0">
                  <a:pos x="77" y="21"/>
                </a:cxn>
                <a:cxn ang="0">
                  <a:pos x="75" y="34"/>
                </a:cxn>
                <a:cxn ang="0">
                  <a:pos x="69" y="48"/>
                </a:cxn>
                <a:cxn ang="0">
                  <a:pos x="60" y="58"/>
                </a:cxn>
                <a:cxn ang="0">
                  <a:pos x="48" y="64"/>
                </a:cxn>
                <a:cxn ang="0">
                  <a:pos x="33" y="67"/>
                </a:cxn>
                <a:cxn ang="0">
                  <a:pos x="0" y="67"/>
                </a:cxn>
                <a:cxn ang="0">
                  <a:pos x="14" y="0"/>
                </a:cxn>
                <a:cxn ang="0">
                  <a:pos x="29" y="51"/>
                </a:cxn>
                <a:cxn ang="0">
                  <a:pos x="33" y="51"/>
                </a:cxn>
                <a:cxn ang="0">
                  <a:pos x="42" y="47"/>
                </a:cxn>
                <a:cxn ang="0">
                  <a:pos x="47" y="34"/>
                </a:cxn>
                <a:cxn ang="0">
                  <a:pos x="48" y="20"/>
                </a:cxn>
                <a:cxn ang="0">
                  <a:pos x="40" y="15"/>
                </a:cxn>
                <a:cxn ang="0">
                  <a:pos x="37" y="15"/>
                </a:cxn>
                <a:cxn ang="0">
                  <a:pos x="29" y="51"/>
                </a:cxn>
                <a:cxn ang="0">
                  <a:pos x="14" y="0"/>
                </a:cxn>
              </a:cxnLst>
              <a:rect l="0" t="0" r="r" b="b"/>
              <a:pathLst>
                <a:path w="78" h="68">
                  <a:moveTo>
                    <a:pt x="14" y="0"/>
                  </a:moveTo>
                  <a:lnTo>
                    <a:pt x="46" y="0"/>
                  </a:lnTo>
                  <a:lnTo>
                    <a:pt x="63" y="3"/>
                  </a:lnTo>
                  <a:lnTo>
                    <a:pt x="72" y="10"/>
                  </a:lnTo>
                  <a:lnTo>
                    <a:pt x="77" y="21"/>
                  </a:lnTo>
                  <a:lnTo>
                    <a:pt x="75" y="34"/>
                  </a:lnTo>
                  <a:lnTo>
                    <a:pt x="69" y="48"/>
                  </a:lnTo>
                  <a:lnTo>
                    <a:pt x="60" y="58"/>
                  </a:lnTo>
                  <a:lnTo>
                    <a:pt x="48" y="64"/>
                  </a:lnTo>
                  <a:lnTo>
                    <a:pt x="33" y="67"/>
                  </a:lnTo>
                  <a:lnTo>
                    <a:pt x="0" y="67"/>
                  </a:lnTo>
                  <a:lnTo>
                    <a:pt x="14" y="0"/>
                  </a:lnTo>
                  <a:lnTo>
                    <a:pt x="29" y="51"/>
                  </a:lnTo>
                  <a:lnTo>
                    <a:pt x="33" y="51"/>
                  </a:lnTo>
                  <a:lnTo>
                    <a:pt x="42" y="47"/>
                  </a:lnTo>
                  <a:lnTo>
                    <a:pt x="47" y="34"/>
                  </a:lnTo>
                  <a:lnTo>
                    <a:pt x="48" y="20"/>
                  </a:lnTo>
                  <a:lnTo>
                    <a:pt x="40" y="15"/>
                  </a:lnTo>
                  <a:lnTo>
                    <a:pt x="37" y="15"/>
                  </a:lnTo>
                  <a:lnTo>
                    <a:pt x="29" y="51"/>
                  </a:lnTo>
                  <a:lnTo>
                    <a:pt x="14" y="0"/>
                  </a:lnTo>
                </a:path>
              </a:pathLst>
            </a:custGeom>
            <a:solidFill>
              <a:srgbClr val="FFFFFF"/>
            </a:solidFill>
            <a:ln w="12700" cap="rnd" cmpd="sng">
              <a:noFill/>
              <a:prstDash val="solid"/>
              <a:round/>
              <a:headEnd type="none" w="med" len="med"/>
              <a:tailEnd type="none" w="med" len="med"/>
            </a:ln>
            <a:effectLst/>
          </p:spPr>
          <p:txBody>
            <a:bodyPr/>
            <a:lstStyle/>
            <a:p>
              <a:pPr>
                <a:defRPr/>
              </a:pPr>
              <a:endParaRPr lang="en-US" dirty="0">
                <a:solidFill>
                  <a:prstClr val="black"/>
                </a:solidFill>
                <a:effectLst>
                  <a:outerShdw blurRad="38100" dist="38100" dir="2700000" algn="tl">
                    <a:srgbClr val="000000">
                      <a:alpha val="43137"/>
                    </a:srgbClr>
                  </a:outerShdw>
                </a:effectLst>
                <a:latin typeface="Corbel"/>
                <a:cs typeface="Arial" charset="0"/>
              </a:endParaRPr>
            </a:p>
          </p:txBody>
        </p:sp>
        <p:sp>
          <p:nvSpPr>
            <p:cNvPr id="13" name="Freeform 15"/>
            <p:cNvSpPr>
              <a:spLocks/>
            </p:cNvSpPr>
            <p:nvPr/>
          </p:nvSpPr>
          <p:spPr bwMode="black">
            <a:xfrm>
              <a:off x="1477" y="3718"/>
              <a:ext cx="115" cy="67"/>
            </a:xfrm>
            <a:custGeom>
              <a:avLst/>
              <a:gdLst/>
              <a:ahLst/>
              <a:cxnLst>
                <a:cxn ang="0">
                  <a:pos x="81" y="19"/>
                </a:cxn>
                <a:cxn ang="0">
                  <a:pos x="61" y="67"/>
                </a:cxn>
                <a:cxn ang="0">
                  <a:pos x="34" y="67"/>
                </a:cxn>
                <a:cxn ang="0">
                  <a:pos x="36" y="19"/>
                </a:cxn>
                <a:cxn ang="0">
                  <a:pos x="35" y="19"/>
                </a:cxn>
                <a:cxn ang="0">
                  <a:pos x="24" y="67"/>
                </a:cxn>
                <a:cxn ang="0">
                  <a:pos x="0" y="67"/>
                </a:cxn>
                <a:cxn ang="0">
                  <a:pos x="16" y="0"/>
                </a:cxn>
                <a:cxn ang="0">
                  <a:pos x="54" y="0"/>
                </a:cxn>
                <a:cxn ang="0">
                  <a:pos x="53" y="39"/>
                </a:cxn>
                <a:cxn ang="0">
                  <a:pos x="54" y="39"/>
                </a:cxn>
                <a:cxn ang="0">
                  <a:pos x="70" y="0"/>
                </a:cxn>
                <a:cxn ang="0">
                  <a:pos x="110" y="0"/>
                </a:cxn>
                <a:cxn ang="0">
                  <a:pos x="94" y="67"/>
                </a:cxn>
                <a:cxn ang="0">
                  <a:pos x="71" y="67"/>
                </a:cxn>
                <a:cxn ang="0">
                  <a:pos x="81" y="19"/>
                </a:cxn>
              </a:cxnLst>
              <a:rect l="0" t="0" r="r" b="b"/>
              <a:pathLst>
                <a:path w="111" h="68">
                  <a:moveTo>
                    <a:pt x="81" y="19"/>
                  </a:moveTo>
                  <a:lnTo>
                    <a:pt x="61" y="67"/>
                  </a:lnTo>
                  <a:lnTo>
                    <a:pt x="34" y="67"/>
                  </a:lnTo>
                  <a:lnTo>
                    <a:pt x="36" y="19"/>
                  </a:lnTo>
                  <a:lnTo>
                    <a:pt x="35" y="19"/>
                  </a:lnTo>
                  <a:lnTo>
                    <a:pt x="24" y="67"/>
                  </a:lnTo>
                  <a:lnTo>
                    <a:pt x="0" y="67"/>
                  </a:lnTo>
                  <a:lnTo>
                    <a:pt x="16" y="0"/>
                  </a:lnTo>
                  <a:lnTo>
                    <a:pt x="54" y="0"/>
                  </a:lnTo>
                  <a:lnTo>
                    <a:pt x="53" y="39"/>
                  </a:lnTo>
                  <a:lnTo>
                    <a:pt x="54" y="39"/>
                  </a:lnTo>
                  <a:lnTo>
                    <a:pt x="70" y="0"/>
                  </a:lnTo>
                  <a:lnTo>
                    <a:pt x="110" y="0"/>
                  </a:lnTo>
                  <a:lnTo>
                    <a:pt x="94" y="67"/>
                  </a:lnTo>
                  <a:lnTo>
                    <a:pt x="71" y="67"/>
                  </a:lnTo>
                  <a:lnTo>
                    <a:pt x="81" y="19"/>
                  </a:lnTo>
                </a:path>
              </a:pathLst>
            </a:custGeom>
            <a:solidFill>
              <a:srgbClr val="FFFFFF"/>
            </a:solidFill>
            <a:ln w="12700" cap="rnd" cmpd="sng">
              <a:noFill/>
              <a:prstDash val="solid"/>
              <a:round/>
              <a:headEnd type="none" w="med" len="med"/>
              <a:tailEnd type="none" w="med" len="med"/>
            </a:ln>
            <a:effectLst/>
          </p:spPr>
          <p:txBody>
            <a:bodyPr/>
            <a:lstStyle/>
            <a:p>
              <a:pPr>
                <a:defRPr/>
              </a:pPr>
              <a:endParaRPr lang="en-US" dirty="0">
                <a:solidFill>
                  <a:prstClr val="black"/>
                </a:solidFill>
                <a:effectLst>
                  <a:outerShdw blurRad="38100" dist="38100" dir="2700000" algn="tl">
                    <a:srgbClr val="000000">
                      <a:alpha val="43137"/>
                    </a:srgbClr>
                  </a:outerShdw>
                </a:effectLst>
                <a:latin typeface="Corbel"/>
                <a:cs typeface="Arial" charset="0"/>
              </a:endParaRPr>
            </a:p>
          </p:txBody>
        </p:sp>
        <p:sp>
          <p:nvSpPr>
            <p:cNvPr id="14" name="Freeform 16"/>
            <p:cNvSpPr>
              <a:spLocks/>
            </p:cNvSpPr>
            <p:nvPr/>
          </p:nvSpPr>
          <p:spPr bwMode="black">
            <a:xfrm>
              <a:off x="1634" y="3718"/>
              <a:ext cx="81" cy="67"/>
            </a:xfrm>
            <a:custGeom>
              <a:avLst/>
              <a:gdLst/>
              <a:ahLst/>
              <a:cxnLst>
                <a:cxn ang="0">
                  <a:pos x="37" y="0"/>
                </a:cxn>
                <a:cxn ang="0">
                  <a:pos x="73" y="0"/>
                </a:cxn>
                <a:cxn ang="0">
                  <a:pos x="81" y="67"/>
                </a:cxn>
                <a:cxn ang="0">
                  <a:pos x="52" y="67"/>
                </a:cxn>
                <a:cxn ang="0">
                  <a:pos x="51" y="55"/>
                </a:cxn>
                <a:cxn ang="0">
                  <a:pos x="32" y="55"/>
                </a:cxn>
                <a:cxn ang="0">
                  <a:pos x="27" y="67"/>
                </a:cxn>
                <a:cxn ang="0">
                  <a:pos x="0" y="67"/>
                </a:cxn>
                <a:cxn ang="0">
                  <a:pos x="37" y="0"/>
                </a:cxn>
                <a:cxn ang="0">
                  <a:pos x="51" y="39"/>
                </a:cxn>
                <a:cxn ang="0">
                  <a:pos x="51" y="14"/>
                </a:cxn>
                <a:cxn ang="0">
                  <a:pos x="41" y="39"/>
                </a:cxn>
                <a:cxn ang="0">
                  <a:pos x="51" y="39"/>
                </a:cxn>
                <a:cxn ang="0">
                  <a:pos x="37" y="0"/>
                </a:cxn>
              </a:cxnLst>
              <a:rect l="0" t="0" r="r" b="b"/>
              <a:pathLst>
                <a:path w="82" h="68">
                  <a:moveTo>
                    <a:pt x="37" y="0"/>
                  </a:moveTo>
                  <a:lnTo>
                    <a:pt x="73" y="0"/>
                  </a:lnTo>
                  <a:lnTo>
                    <a:pt x="81" y="67"/>
                  </a:lnTo>
                  <a:lnTo>
                    <a:pt x="52" y="67"/>
                  </a:lnTo>
                  <a:lnTo>
                    <a:pt x="51" y="55"/>
                  </a:lnTo>
                  <a:lnTo>
                    <a:pt x="32" y="55"/>
                  </a:lnTo>
                  <a:lnTo>
                    <a:pt x="27" y="67"/>
                  </a:lnTo>
                  <a:lnTo>
                    <a:pt x="0" y="67"/>
                  </a:lnTo>
                  <a:lnTo>
                    <a:pt x="37" y="0"/>
                  </a:lnTo>
                  <a:lnTo>
                    <a:pt x="51" y="39"/>
                  </a:lnTo>
                  <a:lnTo>
                    <a:pt x="51" y="14"/>
                  </a:lnTo>
                  <a:lnTo>
                    <a:pt x="41" y="39"/>
                  </a:lnTo>
                  <a:lnTo>
                    <a:pt x="51" y="39"/>
                  </a:lnTo>
                  <a:lnTo>
                    <a:pt x="37" y="0"/>
                  </a:lnTo>
                </a:path>
              </a:pathLst>
            </a:custGeom>
            <a:solidFill>
              <a:srgbClr val="FFFFFF"/>
            </a:solidFill>
            <a:ln w="12700" cap="rnd" cmpd="sng">
              <a:noFill/>
              <a:prstDash val="solid"/>
              <a:round/>
              <a:headEnd type="none" w="med" len="med"/>
              <a:tailEnd type="none" w="med" len="med"/>
            </a:ln>
            <a:effectLst/>
          </p:spPr>
          <p:txBody>
            <a:bodyPr/>
            <a:lstStyle/>
            <a:p>
              <a:pPr>
                <a:defRPr/>
              </a:pPr>
              <a:endParaRPr lang="en-US" dirty="0">
                <a:solidFill>
                  <a:prstClr val="black"/>
                </a:solidFill>
                <a:effectLst>
                  <a:outerShdw blurRad="38100" dist="38100" dir="2700000" algn="tl">
                    <a:srgbClr val="000000">
                      <a:alpha val="43137"/>
                    </a:srgbClr>
                  </a:outerShdw>
                </a:effectLst>
                <a:latin typeface="Corbel"/>
                <a:cs typeface="Arial" charset="0"/>
              </a:endParaRPr>
            </a:p>
          </p:txBody>
        </p:sp>
        <p:sp>
          <p:nvSpPr>
            <p:cNvPr id="15" name="Freeform 17"/>
            <p:cNvSpPr>
              <a:spLocks/>
            </p:cNvSpPr>
            <p:nvPr/>
          </p:nvSpPr>
          <p:spPr bwMode="black">
            <a:xfrm>
              <a:off x="1786" y="3718"/>
              <a:ext cx="78" cy="67"/>
            </a:xfrm>
            <a:custGeom>
              <a:avLst/>
              <a:gdLst/>
              <a:ahLst/>
              <a:cxnLst>
                <a:cxn ang="0">
                  <a:pos x="15" y="0"/>
                </a:cxn>
                <a:cxn ang="0">
                  <a:pos x="56" y="0"/>
                </a:cxn>
                <a:cxn ang="0">
                  <a:pos x="73" y="4"/>
                </a:cxn>
                <a:cxn ang="0">
                  <a:pos x="77" y="18"/>
                </a:cxn>
                <a:cxn ang="0">
                  <a:pos x="71" y="27"/>
                </a:cxn>
                <a:cxn ang="0">
                  <a:pos x="58" y="34"/>
                </a:cxn>
                <a:cxn ang="0">
                  <a:pos x="69" y="41"/>
                </a:cxn>
                <a:cxn ang="0">
                  <a:pos x="69" y="52"/>
                </a:cxn>
                <a:cxn ang="0">
                  <a:pos x="69" y="67"/>
                </a:cxn>
                <a:cxn ang="0">
                  <a:pos x="41" y="67"/>
                </a:cxn>
                <a:cxn ang="0">
                  <a:pos x="42" y="47"/>
                </a:cxn>
                <a:cxn ang="0">
                  <a:pos x="36" y="42"/>
                </a:cxn>
                <a:cxn ang="0">
                  <a:pos x="33" y="42"/>
                </a:cxn>
                <a:cxn ang="0">
                  <a:pos x="28" y="67"/>
                </a:cxn>
                <a:cxn ang="0">
                  <a:pos x="0" y="67"/>
                </a:cxn>
                <a:cxn ang="0">
                  <a:pos x="15" y="0"/>
                </a:cxn>
                <a:cxn ang="0">
                  <a:pos x="38" y="28"/>
                </a:cxn>
                <a:cxn ang="0">
                  <a:pos x="46" y="26"/>
                </a:cxn>
                <a:cxn ang="0">
                  <a:pos x="48" y="21"/>
                </a:cxn>
                <a:cxn ang="0">
                  <a:pos x="41" y="15"/>
                </a:cxn>
                <a:cxn ang="0">
                  <a:pos x="39" y="15"/>
                </a:cxn>
                <a:cxn ang="0">
                  <a:pos x="36" y="28"/>
                </a:cxn>
                <a:cxn ang="0">
                  <a:pos x="38" y="28"/>
                </a:cxn>
                <a:cxn ang="0">
                  <a:pos x="15" y="0"/>
                </a:cxn>
              </a:cxnLst>
              <a:rect l="0" t="0" r="r" b="b"/>
              <a:pathLst>
                <a:path w="78" h="68">
                  <a:moveTo>
                    <a:pt x="15" y="0"/>
                  </a:moveTo>
                  <a:lnTo>
                    <a:pt x="56" y="0"/>
                  </a:lnTo>
                  <a:lnTo>
                    <a:pt x="73" y="4"/>
                  </a:lnTo>
                  <a:lnTo>
                    <a:pt x="77" y="18"/>
                  </a:lnTo>
                  <a:lnTo>
                    <a:pt x="71" y="27"/>
                  </a:lnTo>
                  <a:lnTo>
                    <a:pt x="58" y="34"/>
                  </a:lnTo>
                  <a:lnTo>
                    <a:pt x="69" y="41"/>
                  </a:lnTo>
                  <a:lnTo>
                    <a:pt x="69" y="52"/>
                  </a:lnTo>
                  <a:lnTo>
                    <a:pt x="69" y="67"/>
                  </a:lnTo>
                  <a:lnTo>
                    <a:pt x="41" y="67"/>
                  </a:lnTo>
                  <a:lnTo>
                    <a:pt x="42" y="47"/>
                  </a:lnTo>
                  <a:lnTo>
                    <a:pt x="36" y="42"/>
                  </a:lnTo>
                  <a:lnTo>
                    <a:pt x="33" y="42"/>
                  </a:lnTo>
                  <a:lnTo>
                    <a:pt x="28" y="67"/>
                  </a:lnTo>
                  <a:lnTo>
                    <a:pt x="0" y="67"/>
                  </a:lnTo>
                  <a:lnTo>
                    <a:pt x="15" y="0"/>
                  </a:lnTo>
                  <a:lnTo>
                    <a:pt x="38" y="28"/>
                  </a:lnTo>
                  <a:lnTo>
                    <a:pt x="46" y="26"/>
                  </a:lnTo>
                  <a:lnTo>
                    <a:pt x="48" y="21"/>
                  </a:lnTo>
                  <a:lnTo>
                    <a:pt x="41" y="15"/>
                  </a:lnTo>
                  <a:lnTo>
                    <a:pt x="39" y="15"/>
                  </a:lnTo>
                  <a:lnTo>
                    <a:pt x="36" y="28"/>
                  </a:lnTo>
                  <a:lnTo>
                    <a:pt x="38" y="28"/>
                  </a:lnTo>
                  <a:lnTo>
                    <a:pt x="15" y="0"/>
                  </a:lnTo>
                </a:path>
              </a:pathLst>
            </a:custGeom>
            <a:solidFill>
              <a:srgbClr val="FFFFFF"/>
            </a:solidFill>
            <a:ln w="12700" cap="rnd" cmpd="sng">
              <a:noFill/>
              <a:prstDash val="solid"/>
              <a:round/>
              <a:headEnd type="none" w="med" len="med"/>
              <a:tailEnd type="none" w="med" len="med"/>
            </a:ln>
            <a:effectLst/>
          </p:spPr>
          <p:txBody>
            <a:bodyPr/>
            <a:lstStyle/>
            <a:p>
              <a:pPr>
                <a:defRPr/>
              </a:pPr>
              <a:endParaRPr lang="en-US" dirty="0">
                <a:solidFill>
                  <a:prstClr val="black"/>
                </a:solidFill>
                <a:effectLst>
                  <a:outerShdw blurRad="38100" dist="38100" dir="2700000" algn="tl">
                    <a:srgbClr val="000000">
                      <a:alpha val="43137"/>
                    </a:srgbClr>
                  </a:outerShdw>
                </a:effectLst>
                <a:latin typeface="Corbel"/>
                <a:cs typeface="Arial" charset="0"/>
              </a:endParaRPr>
            </a:p>
          </p:txBody>
        </p:sp>
        <p:sp>
          <p:nvSpPr>
            <p:cNvPr id="16" name="Freeform 18"/>
            <p:cNvSpPr>
              <a:spLocks/>
            </p:cNvSpPr>
            <p:nvPr/>
          </p:nvSpPr>
          <p:spPr bwMode="black">
            <a:xfrm>
              <a:off x="1935" y="3718"/>
              <a:ext cx="68" cy="67"/>
            </a:xfrm>
            <a:custGeom>
              <a:avLst/>
              <a:gdLst/>
              <a:ahLst/>
              <a:cxnLst>
                <a:cxn ang="0">
                  <a:pos x="16" y="18"/>
                </a:cxn>
                <a:cxn ang="0">
                  <a:pos x="0" y="18"/>
                </a:cxn>
                <a:cxn ang="0">
                  <a:pos x="4" y="0"/>
                </a:cxn>
                <a:cxn ang="0">
                  <a:pos x="64" y="0"/>
                </a:cxn>
                <a:cxn ang="0">
                  <a:pos x="60" y="18"/>
                </a:cxn>
                <a:cxn ang="0">
                  <a:pos x="43" y="18"/>
                </a:cxn>
                <a:cxn ang="0">
                  <a:pos x="32" y="67"/>
                </a:cxn>
                <a:cxn ang="0">
                  <a:pos x="6" y="67"/>
                </a:cxn>
                <a:cxn ang="0">
                  <a:pos x="16" y="18"/>
                </a:cxn>
              </a:cxnLst>
              <a:rect l="0" t="0" r="r" b="b"/>
              <a:pathLst>
                <a:path w="65" h="68">
                  <a:moveTo>
                    <a:pt x="16" y="18"/>
                  </a:moveTo>
                  <a:lnTo>
                    <a:pt x="0" y="18"/>
                  </a:lnTo>
                  <a:lnTo>
                    <a:pt x="4" y="0"/>
                  </a:lnTo>
                  <a:lnTo>
                    <a:pt x="64" y="0"/>
                  </a:lnTo>
                  <a:lnTo>
                    <a:pt x="60" y="18"/>
                  </a:lnTo>
                  <a:lnTo>
                    <a:pt x="43" y="18"/>
                  </a:lnTo>
                  <a:lnTo>
                    <a:pt x="32" y="67"/>
                  </a:lnTo>
                  <a:lnTo>
                    <a:pt x="6" y="67"/>
                  </a:lnTo>
                  <a:lnTo>
                    <a:pt x="16" y="18"/>
                  </a:lnTo>
                </a:path>
              </a:pathLst>
            </a:custGeom>
            <a:solidFill>
              <a:srgbClr val="FFFFFF"/>
            </a:solidFill>
            <a:ln w="12700" cap="rnd" cmpd="sng">
              <a:noFill/>
              <a:prstDash val="solid"/>
              <a:round/>
              <a:headEnd type="none" w="med" len="med"/>
              <a:tailEnd type="none" w="med" len="med"/>
            </a:ln>
            <a:effectLst/>
          </p:spPr>
          <p:txBody>
            <a:bodyPr/>
            <a:lstStyle/>
            <a:p>
              <a:pPr>
                <a:defRPr/>
              </a:pPr>
              <a:endParaRPr lang="en-US" dirty="0">
                <a:solidFill>
                  <a:prstClr val="black"/>
                </a:solidFill>
                <a:effectLst>
                  <a:outerShdw blurRad="38100" dist="38100" dir="2700000" algn="tl">
                    <a:srgbClr val="000000">
                      <a:alpha val="43137"/>
                    </a:srgbClr>
                  </a:outerShdw>
                </a:effectLst>
                <a:latin typeface="Corbel"/>
                <a:cs typeface="Arial" charset="0"/>
              </a:endParaRPr>
            </a:p>
          </p:txBody>
        </p:sp>
        <p:sp>
          <p:nvSpPr>
            <p:cNvPr id="17" name="Freeform 19"/>
            <p:cNvSpPr>
              <a:spLocks/>
            </p:cNvSpPr>
            <p:nvPr/>
          </p:nvSpPr>
          <p:spPr bwMode="black">
            <a:xfrm>
              <a:off x="2057" y="3718"/>
              <a:ext cx="37" cy="67"/>
            </a:xfrm>
            <a:custGeom>
              <a:avLst/>
              <a:gdLst/>
              <a:ahLst/>
              <a:cxnLst>
                <a:cxn ang="0">
                  <a:pos x="12" y="0"/>
                </a:cxn>
                <a:cxn ang="0">
                  <a:pos x="38" y="0"/>
                </a:cxn>
                <a:cxn ang="0">
                  <a:pos x="24" y="67"/>
                </a:cxn>
                <a:cxn ang="0">
                  <a:pos x="0" y="67"/>
                </a:cxn>
                <a:cxn ang="0">
                  <a:pos x="12" y="0"/>
                </a:cxn>
              </a:cxnLst>
              <a:rect l="0" t="0" r="r" b="b"/>
              <a:pathLst>
                <a:path w="39" h="68">
                  <a:moveTo>
                    <a:pt x="12" y="0"/>
                  </a:moveTo>
                  <a:lnTo>
                    <a:pt x="38" y="0"/>
                  </a:lnTo>
                  <a:lnTo>
                    <a:pt x="24" y="67"/>
                  </a:lnTo>
                  <a:lnTo>
                    <a:pt x="0" y="67"/>
                  </a:lnTo>
                  <a:lnTo>
                    <a:pt x="12" y="0"/>
                  </a:lnTo>
                </a:path>
              </a:pathLst>
            </a:custGeom>
            <a:solidFill>
              <a:srgbClr val="FFFFFF"/>
            </a:solidFill>
            <a:ln w="12700" cap="rnd" cmpd="sng">
              <a:noFill/>
              <a:prstDash val="solid"/>
              <a:round/>
              <a:headEnd type="none" w="med" len="med"/>
              <a:tailEnd type="none" w="med" len="med"/>
            </a:ln>
            <a:effectLst/>
          </p:spPr>
          <p:txBody>
            <a:bodyPr/>
            <a:lstStyle/>
            <a:p>
              <a:pPr>
                <a:defRPr/>
              </a:pPr>
              <a:endParaRPr lang="en-US" dirty="0">
                <a:solidFill>
                  <a:prstClr val="black"/>
                </a:solidFill>
                <a:effectLst>
                  <a:outerShdw blurRad="38100" dist="38100" dir="2700000" algn="tl">
                    <a:srgbClr val="000000">
                      <a:alpha val="43137"/>
                    </a:srgbClr>
                  </a:outerShdw>
                </a:effectLst>
                <a:latin typeface="Corbel"/>
                <a:cs typeface="Arial" charset="0"/>
              </a:endParaRPr>
            </a:p>
          </p:txBody>
        </p:sp>
        <p:sp>
          <p:nvSpPr>
            <p:cNvPr id="18" name="Freeform 20"/>
            <p:cNvSpPr>
              <a:spLocks/>
            </p:cNvSpPr>
            <p:nvPr/>
          </p:nvSpPr>
          <p:spPr bwMode="black">
            <a:xfrm>
              <a:off x="2158" y="3718"/>
              <a:ext cx="87" cy="67"/>
            </a:xfrm>
            <a:custGeom>
              <a:avLst/>
              <a:gdLst/>
              <a:ahLst/>
              <a:cxnLst>
                <a:cxn ang="0">
                  <a:pos x="14" y="0"/>
                </a:cxn>
                <a:cxn ang="0">
                  <a:pos x="48" y="0"/>
                </a:cxn>
                <a:cxn ang="0">
                  <a:pos x="54" y="39"/>
                </a:cxn>
                <a:cxn ang="0">
                  <a:pos x="63" y="0"/>
                </a:cxn>
                <a:cxn ang="0">
                  <a:pos x="86" y="0"/>
                </a:cxn>
                <a:cxn ang="0">
                  <a:pos x="71" y="67"/>
                </a:cxn>
                <a:cxn ang="0">
                  <a:pos x="37" y="67"/>
                </a:cxn>
                <a:cxn ang="0">
                  <a:pos x="32" y="26"/>
                </a:cxn>
                <a:cxn ang="0">
                  <a:pos x="22" y="67"/>
                </a:cxn>
                <a:cxn ang="0">
                  <a:pos x="0" y="67"/>
                </a:cxn>
                <a:cxn ang="0">
                  <a:pos x="14" y="0"/>
                </a:cxn>
              </a:cxnLst>
              <a:rect l="0" t="0" r="r" b="b"/>
              <a:pathLst>
                <a:path w="87" h="68">
                  <a:moveTo>
                    <a:pt x="14" y="0"/>
                  </a:moveTo>
                  <a:lnTo>
                    <a:pt x="48" y="0"/>
                  </a:lnTo>
                  <a:lnTo>
                    <a:pt x="54" y="39"/>
                  </a:lnTo>
                  <a:lnTo>
                    <a:pt x="63" y="0"/>
                  </a:lnTo>
                  <a:lnTo>
                    <a:pt x="86" y="0"/>
                  </a:lnTo>
                  <a:lnTo>
                    <a:pt x="71" y="67"/>
                  </a:lnTo>
                  <a:lnTo>
                    <a:pt x="37" y="67"/>
                  </a:lnTo>
                  <a:lnTo>
                    <a:pt x="32" y="26"/>
                  </a:lnTo>
                  <a:lnTo>
                    <a:pt x="22" y="67"/>
                  </a:lnTo>
                  <a:lnTo>
                    <a:pt x="0" y="67"/>
                  </a:lnTo>
                  <a:lnTo>
                    <a:pt x="14" y="0"/>
                  </a:lnTo>
                </a:path>
              </a:pathLst>
            </a:custGeom>
            <a:solidFill>
              <a:srgbClr val="FFFFFF"/>
            </a:solidFill>
            <a:ln w="12700" cap="rnd" cmpd="sng">
              <a:noFill/>
              <a:prstDash val="solid"/>
              <a:round/>
              <a:headEnd type="none" w="med" len="med"/>
              <a:tailEnd type="none" w="med" len="med"/>
            </a:ln>
            <a:effectLst/>
          </p:spPr>
          <p:txBody>
            <a:bodyPr/>
            <a:lstStyle/>
            <a:p>
              <a:pPr>
                <a:defRPr/>
              </a:pPr>
              <a:endParaRPr lang="en-US" dirty="0">
                <a:solidFill>
                  <a:prstClr val="black"/>
                </a:solidFill>
                <a:effectLst>
                  <a:outerShdw blurRad="38100" dist="38100" dir="2700000" algn="tl">
                    <a:srgbClr val="000000">
                      <a:alpha val="43137"/>
                    </a:srgbClr>
                  </a:outerShdw>
                </a:effectLst>
                <a:latin typeface="Corbel"/>
                <a:cs typeface="Arial" charset="0"/>
              </a:endParaRPr>
            </a:p>
          </p:txBody>
        </p:sp>
      </p:grpSp>
      <p:sp>
        <p:nvSpPr>
          <p:cNvPr id="2" name="Title 1"/>
          <p:cNvSpPr>
            <a:spLocks noGrp="1"/>
          </p:cNvSpPr>
          <p:nvPr>
            <p:ph type="title"/>
          </p:nvPr>
        </p:nvSpPr>
        <p:spPr>
          <a:xfrm>
            <a:off x="457200" y="155452"/>
            <a:ext cx="8229600" cy="1252728"/>
          </a:xfrm>
        </p:spPr>
        <p:txBody>
          <a:bodyPr/>
          <a:lstStyle>
            <a:lvl1pPr>
              <a:defRPr sz="4400"/>
            </a:lvl1pPr>
            <a:extLst/>
          </a:lstStyle>
          <a:p>
            <a:r>
              <a:rPr lang="en-US"/>
              <a:t>Click to edit Master title style</a:t>
            </a:r>
            <a:endParaRPr lang="en-US" dirty="0"/>
          </a:p>
        </p:txBody>
      </p:sp>
    </p:spTree>
    <p:extLst>
      <p:ext uri="{BB962C8B-B14F-4D97-AF65-F5344CB8AC3E}">
        <p14:creationId xmlns:p14="http://schemas.microsoft.com/office/powerpoint/2010/main" val="28449233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74320" y="274320"/>
            <a:ext cx="7406640" cy="457200"/>
          </a:xfrm>
        </p:spPr>
        <p:txBody>
          <a:bodyPr/>
          <a:lstStyle>
            <a:lvl1pPr>
              <a:defRPr>
                <a:effectLst/>
              </a:defRPr>
            </a:lvl1pPr>
          </a:lstStyle>
          <a:p>
            <a:r>
              <a:rPr lang="en-US" dirty="0"/>
              <a:t>Click to edit Master title style</a:t>
            </a:r>
          </a:p>
        </p:txBody>
      </p:sp>
      <p:sp>
        <p:nvSpPr>
          <p:cNvPr id="5" name="Content Placeholder 4"/>
          <p:cNvSpPr>
            <a:spLocks noGrp="1"/>
          </p:cNvSpPr>
          <p:nvPr>
            <p:ph sz="quarter" idx="10" hasCustomPrompt="1"/>
          </p:nvPr>
        </p:nvSpPr>
        <p:spPr>
          <a:xfrm>
            <a:off x="284143" y="1143025"/>
            <a:ext cx="5293686" cy="276999"/>
          </a:xfrm>
        </p:spPr>
        <p:txBody>
          <a:bodyPr/>
          <a:lstStyle>
            <a:lvl1pPr marL="0" indent="0">
              <a:buNone/>
              <a:defRPr sz="1800"/>
            </a:lvl1pPr>
          </a:lstStyle>
          <a:p>
            <a:pPr lvl="0"/>
            <a:r>
              <a:rPr lang="en-US" dirty="0"/>
              <a:t>Overview Graphic</a:t>
            </a:r>
          </a:p>
        </p:txBody>
      </p:sp>
      <p:sp>
        <p:nvSpPr>
          <p:cNvPr id="6" name="Content Placeholder 4"/>
          <p:cNvSpPr>
            <a:spLocks noGrp="1"/>
          </p:cNvSpPr>
          <p:nvPr>
            <p:ph sz="quarter" idx="11" hasCustomPrompt="1"/>
          </p:nvPr>
        </p:nvSpPr>
        <p:spPr>
          <a:xfrm>
            <a:off x="5852146" y="1143025"/>
            <a:ext cx="3017534" cy="5303462"/>
          </a:xfrm>
          <a:ln w="19050">
            <a:solidFill>
              <a:schemeClr val="bg1"/>
            </a:solidFill>
          </a:ln>
          <a:effectLst>
            <a:innerShdw blurRad="63500" dist="50800" dir="2700000">
              <a:prstClr val="black">
                <a:alpha val="50000"/>
              </a:prstClr>
            </a:innerShdw>
          </a:effectLst>
        </p:spPr>
        <p:txBody>
          <a:bodyPr/>
          <a:lstStyle>
            <a:lvl1pPr>
              <a:defRPr/>
            </a:lvl1pPr>
          </a:lstStyle>
          <a:p>
            <a:pPr lvl="0"/>
            <a:r>
              <a:rPr lang="en-US" dirty="0"/>
              <a:t>Chart</a:t>
            </a:r>
          </a:p>
        </p:txBody>
      </p:sp>
    </p:spTree>
    <p:extLst>
      <p:ext uri="{BB962C8B-B14F-4D97-AF65-F5344CB8AC3E}">
        <p14:creationId xmlns:p14="http://schemas.microsoft.com/office/powerpoint/2010/main" val="3246444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4479634" y="6530201"/>
            <a:ext cx="184731" cy="276999"/>
          </a:xfrm>
          <a:prstGeom prst="rect">
            <a:avLst/>
          </a:prstGeom>
        </p:spPr>
        <p:txBody>
          <a:bodyPr vert="horz" wrap="none" lIns="91440" tIns="45720" rIns="91440" bIns="45720" rtlCol="0" anchor="b" anchorCtr="1">
            <a:spAutoFit/>
          </a:bodyPr>
          <a:lstStyle>
            <a:lvl1pPr algn="ctr">
              <a:defRPr sz="1200">
                <a:solidFill>
                  <a:schemeClr val="tx1">
                    <a:tint val="75000"/>
                  </a:schemeClr>
                </a:solidFill>
              </a:defRPr>
            </a:lvl1pPr>
          </a:lstStyle>
          <a:p>
            <a:endParaRPr lang="en-US"/>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5D85C0-D0E7-4181-983E-126640D1CBF8}" type="datetimeFigureOut">
              <a:rPr lang="en-US" smtClean="0"/>
              <a:t>2/13/2018</a:t>
            </a:fld>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8120AE-2C2C-429B-BB81-5872F7DF1225}" type="slidenum">
              <a:rPr lang="en-US" smtClean="0"/>
              <a:t>‹#›</a:t>
            </a:fld>
            <a:endParaRPr lang="en-US"/>
          </a:p>
        </p:txBody>
      </p:sp>
    </p:spTree>
    <p:extLst>
      <p:ext uri="{BB962C8B-B14F-4D97-AF65-F5344CB8AC3E}">
        <p14:creationId xmlns:p14="http://schemas.microsoft.com/office/powerpoint/2010/main" val="2407277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8701088" y="6632133"/>
            <a:ext cx="442912" cy="225875"/>
          </a:xfrm>
          <a:prstGeom prst="rect">
            <a:avLst/>
          </a:prstGeom>
          <a:noFill/>
          <a:ln w="12700">
            <a:noFill/>
            <a:miter lim="800000"/>
            <a:headEnd/>
            <a:tailEnd/>
          </a:ln>
          <a:effectLst/>
        </p:spPr>
        <p:txBody>
          <a:bodyPr wrap="square" lIns="0" tIns="0" rIns="0" bIns="0">
            <a:noAutofit/>
          </a:bodyPr>
          <a:lstStyle/>
          <a:p>
            <a:pPr defTabSz="887413" eaLnBrk="0" fontAlgn="base" hangingPunct="0">
              <a:spcBef>
                <a:spcPct val="50000"/>
              </a:spcBef>
              <a:spcAft>
                <a:spcPct val="0"/>
              </a:spcAft>
            </a:pPr>
            <a:fld id="{7EC9B263-DA38-45FB-8E33-162189756EE0}" type="slidenum">
              <a:rPr lang="en-US" sz="800">
                <a:solidFill>
                  <a:srgbClr val="000000"/>
                </a:solidFill>
                <a:cs typeface="Arial" charset="0"/>
              </a:rPr>
              <a:pPr defTabSz="887413" eaLnBrk="0" fontAlgn="base" hangingPunct="0">
                <a:spcBef>
                  <a:spcPct val="50000"/>
                </a:spcBef>
                <a:spcAft>
                  <a:spcPct val="0"/>
                </a:spcAft>
              </a:pPr>
              <a:t>‹#›</a:t>
            </a:fld>
            <a:endParaRPr lang="en-US" sz="800" dirty="0">
              <a:solidFill>
                <a:srgbClr val="000000"/>
              </a:solidFill>
              <a:cs typeface="Arial" charset="0"/>
            </a:endParaRPr>
          </a:p>
        </p:txBody>
      </p:sp>
      <p:sp>
        <p:nvSpPr>
          <p:cNvPr id="1028" name="Rectangle 4"/>
          <p:cNvSpPr>
            <a:spLocks noGrp="1" noChangeArrowheads="1"/>
          </p:cNvSpPr>
          <p:nvPr>
            <p:ph type="title"/>
          </p:nvPr>
        </p:nvSpPr>
        <p:spPr bwMode="auto">
          <a:xfrm>
            <a:off x="461973" y="458791"/>
            <a:ext cx="7312025" cy="531812"/>
          </a:xfrm>
          <a:prstGeom prst="rect">
            <a:avLst/>
          </a:prstGeom>
          <a:noFill/>
          <a:ln w="12700">
            <a:noFill/>
            <a:miter lim="800000"/>
            <a:headEnd/>
            <a:tailEnd/>
          </a:ln>
          <a:effectLst/>
        </p:spPr>
        <p:txBody>
          <a:bodyPr vert="horz" wrap="square" lIns="0" tIns="0" rIns="0" bIns="0" numCol="1" anchor="t" anchorCtr="0" compatLnSpc="1">
            <a:prstTxWarp prst="textNoShape">
              <a:avLst/>
            </a:prstTxWarp>
          </a:bodyPr>
          <a:lstStyle/>
          <a:p>
            <a:pPr lvl="0"/>
            <a:r>
              <a:rPr lang="en-US" dirty="0"/>
              <a:t>Click to edit Master title style</a:t>
            </a:r>
          </a:p>
        </p:txBody>
      </p:sp>
      <p:sp>
        <p:nvSpPr>
          <p:cNvPr id="1029" name="Rectangle 5"/>
          <p:cNvSpPr>
            <a:spLocks noGrp="1" noChangeArrowheads="1"/>
          </p:cNvSpPr>
          <p:nvPr>
            <p:ph type="body" idx="1"/>
          </p:nvPr>
        </p:nvSpPr>
        <p:spPr bwMode="auto">
          <a:xfrm>
            <a:off x="461975" y="1304925"/>
            <a:ext cx="8234361" cy="1255728"/>
          </a:xfrm>
          <a:prstGeom prst="rect">
            <a:avLst/>
          </a:prstGeom>
          <a:noFill/>
          <a:ln w="12700">
            <a:noFill/>
            <a:miter lim="800000"/>
            <a:headEnd/>
            <a:tailEnd/>
          </a:ln>
          <a:effectLst/>
        </p:spPr>
        <p:txBody>
          <a:bodyPr vert="horz" wrap="square" lIns="0" tIns="0" rIns="0" bIns="0" numCol="1" anchor="t" anchorCtr="0" compatLnSpc="1">
            <a:prstTxWarp prst="textNoShape">
              <a:avLst/>
            </a:prstTxWarp>
            <a:spAutoFit/>
          </a:bodyPr>
          <a:lstStyle/>
          <a:p>
            <a:pPr lvl="0"/>
            <a:r>
              <a:rPr lang="en-US" dirty="0"/>
              <a:t>Click to edit Master text styles</a:t>
            </a:r>
          </a:p>
          <a:p>
            <a:pPr lvl="1"/>
            <a:r>
              <a:rPr lang="en-US" dirty="0"/>
              <a:t>Second level</a:t>
            </a:r>
          </a:p>
          <a:p>
            <a:pPr lvl="2"/>
            <a:r>
              <a:rPr lang="en-US" dirty="0"/>
              <a:t>Third level</a:t>
            </a:r>
          </a:p>
        </p:txBody>
      </p:sp>
      <p:sp>
        <p:nvSpPr>
          <p:cNvPr id="1030" name="Freeform 6"/>
          <p:cNvSpPr>
            <a:spLocks noChangeAspect="1"/>
          </p:cNvSpPr>
          <p:nvPr/>
        </p:nvSpPr>
        <p:spPr bwMode="black">
          <a:xfrm>
            <a:off x="7083743" y="220673"/>
            <a:ext cx="1600200" cy="575743"/>
          </a:xfrm>
          <a:custGeom>
            <a:avLst/>
            <a:gdLst/>
            <a:ahLst/>
            <a:cxnLst>
              <a:cxn ang="0">
                <a:pos x="1158" y="163"/>
              </a:cxn>
              <a:cxn ang="0">
                <a:pos x="950" y="163"/>
              </a:cxn>
              <a:cxn ang="0">
                <a:pos x="1002" y="0"/>
              </a:cxn>
              <a:cxn ang="0">
                <a:pos x="825" y="163"/>
              </a:cxn>
              <a:cxn ang="0">
                <a:pos x="4" y="163"/>
              </a:cxn>
              <a:cxn ang="0">
                <a:pos x="0" y="164"/>
              </a:cxn>
              <a:cxn ang="0">
                <a:pos x="4" y="165"/>
              </a:cxn>
              <a:cxn ang="0">
                <a:pos x="130" y="167"/>
              </a:cxn>
              <a:cxn ang="0">
                <a:pos x="408" y="170"/>
              </a:cxn>
              <a:cxn ang="0">
                <a:pos x="810" y="176"/>
              </a:cxn>
              <a:cxn ang="0">
                <a:pos x="736" y="245"/>
              </a:cxn>
              <a:cxn ang="0">
                <a:pos x="710" y="272"/>
              </a:cxn>
              <a:cxn ang="0">
                <a:pos x="712" y="272"/>
              </a:cxn>
              <a:cxn ang="0">
                <a:pos x="744" y="245"/>
              </a:cxn>
              <a:cxn ang="0">
                <a:pos x="826" y="177"/>
              </a:cxn>
              <a:cxn ang="0">
                <a:pos x="929" y="177"/>
              </a:cxn>
              <a:cxn ang="0">
                <a:pos x="918" y="217"/>
              </a:cxn>
              <a:cxn ang="0">
                <a:pos x="909" y="255"/>
              </a:cxn>
              <a:cxn ang="0">
                <a:pos x="696" y="353"/>
              </a:cxn>
              <a:cxn ang="0">
                <a:pos x="577" y="408"/>
              </a:cxn>
              <a:cxn ang="0">
                <a:pos x="580" y="409"/>
              </a:cxn>
              <a:cxn ang="0">
                <a:pos x="691" y="361"/>
              </a:cxn>
              <a:cxn ang="0">
                <a:pos x="906" y="268"/>
              </a:cxn>
              <a:cxn ang="0">
                <a:pos x="879" y="374"/>
              </a:cxn>
              <a:cxn ang="0">
                <a:pos x="868" y="414"/>
              </a:cxn>
              <a:cxn ang="0">
                <a:pos x="868" y="416"/>
              </a:cxn>
              <a:cxn ang="0">
                <a:pos x="871" y="415"/>
              </a:cxn>
              <a:cxn ang="0">
                <a:pos x="885" y="373"/>
              </a:cxn>
              <a:cxn ang="0">
                <a:pos x="918" y="262"/>
              </a:cxn>
              <a:cxn ang="0">
                <a:pos x="1006" y="225"/>
              </a:cxn>
              <a:cxn ang="0">
                <a:pos x="1084" y="192"/>
              </a:cxn>
              <a:cxn ang="0">
                <a:pos x="1158" y="163"/>
              </a:cxn>
              <a:cxn ang="0">
                <a:pos x="843" y="163"/>
              </a:cxn>
              <a:cxn ang="0">
                <a:pos x="924" y="95"/>
              </a:cxn>
              <a:cxn ang="0">
                <a:pos x="956" y="68"/>
              </a:cxn>
              <a:cxn ang="0">
                <a:pos x="932" y="163"/>
              </a:cxn>
              <a:cxn ang="0">
                <a:pos x="843" y="163"/>
              </a:cxn>
              <a:cxn ang="0">
                <a:pos x="1158" y="163"/>
              </a:cxn>
              <a:cxn ang="0">
                <a:pos x="945" y="179"/>
              </a:cxn>
              <a:cxn ang="0">
                <a:pos x="1068" y="181"/>
              </a:cxn>
              <a:cxn ang="0">
                <a:pos x="1028" y="200"/>
              </a:cxn>
              <a:cxn ang="0">
                <a:pos x="924" y="248"/>
              </a:cxn>
              <a:cxn ang="0">
                <a:pos x="945" y="179"/>
              </a:cxn>
              <a:cxn ang="0">
                <a:pos x="1158" y="163"/>
              </a:cxn>
            </a:cxnLst>
            <a:rect l="0" t="0" r="r" b="b"/>
            <a:pathLst>
              <a:path w="1159" h="417">
                <a:moveTo>
                  <a:pt x="1158" y="163"/>
                </a:moveTo>
                <a:lnTo>
                  <a:pt x="950" y="163"/>
                </a:lnTo>
                <a:lnTo>
                  <a:pt x="1002" y="0"/>
                </a:lnTo>
                <a:lnTo>
                  <a:pt x="825" y="163"/>
                </a:lnTo>
                <a:lnTo>
                  <a:pt x="4" y="163"/>
                </a:lnTo>
                <a:lnTo>
                  <a:pt x="0" y="164"/>
                </a:lnTo>
                <a:lnTo>
                  <a:pt x="4" y="165"/>
                </a:lnTo>
                <a:lnTo>
                  <a:pt x="130" y="167"/>
                </a:lnTo>
                <a:lnTo>
                  <a:pt x="408" y="170"/>
                </a:lnTo>
                <a:lnTo>
                  <a:pt x="810" y="176"/>
                </a:lnTo>
                <a:lnTo>
                  <a:pt x="736" y="245"/>
                </a:lnTo>
                <a:lnTo>
                  <a:pt x="710" y="272"/>
                </a:lnTo>
                <a:lnTo>
                  <a:pt x="712" y="272"/>
                </a:lnTo>
                <a:lnTo>
                  <a:pt x="744" y="245"/>
                </a:lnTo>
                <a:lnTo>
                  <a:pt x="826" y="177"/>
                </a:lnTo>
                <a:lnTo>
                  <a:pt x="929" y="177"/>
                </a:lnTo>
                <a:lnTo>
                  <a:pt x="918" y="217"/>
                </a:lnTo>
                <a:lnTo>
                  <a:pt x="909" y="255"/>
                </a:lnTo>
                <a:lnTo>
                  <a:pt x="696" y="353"/>
                </a:lnTo>
                <a:lnTo>
                  <a:pt x="577" y="408"/>
                </a:lnTo>
                <a:lnTo>
                  <a:pt x="580" y="409"/>
                </a:lnTo>
                <a:lnTo>
                  <a:pt x="691" y="361"/>
                </a:lnTo>
                <a:lnTo>
                  <a:pt x="906" y="268"/>
                </a:lnTo>
                <a:lnTo>
                  <a:pt x="879" y="374"/>
                </a:lnTo>
                <a:lnTo>
                  <a:pt x="868" y="414"/>
                </a:lnTo>
                <a:lnTo>
                  <a:pt x="868" y="416"/>
                </a:lnTo>
                <a:lnTo>
                  <a:pt x="871" y="415"/>
                </a:lnTo>
                <a:lnTo>
                  <a:pt x="885" y="373"/>
                </a:lnTo>
                <a:lnTo>
                  <a:pt x="918" y="262"/>
                </a:lnTo>
                <a:lnTo>
                  <a:pt x="1006" y="225"/>
                </a:lnTo>
                <a:lnTo>
                  <a:pt x="1084" y="192"/>
                </a:lnTo>
                <a:lnTo>
                  <a:pt x="1158" y="163"/>
                </a:lnTo>
                <a:lnTo>
                  <a:pt x="843" y="163"/>
                </a:lnTo>
                <a:lnTo>
                  <a:pt x="924" y="95"/>
                </a:lnTo>
                <a:lnTo>
                  <a:pt x="956" y="68"/>
                </a:lnTo>
                <a:lnTo>
                  <a:pt x="932" y="163"/>
                </a:lnTo>
                <a:lnTo>
                  <a:pt x="843" y="163"/>
                </a:lnTo>
                <a:lnTo>
                  <a:pt x="1158" y="163"/>
                </a:lnTo>
                <a:lnTo>
                  <a:pt x="945" y="179"/>
                </a:lnTo>
                <a:lnTo>
                  <a:pt x="1068" y="181"/>
                </a:lnTo>
                <a:lnTo>
                  <a:pt x="1028" y="200"/>
                </a:lnTo>
                <a:lnTo>
                  <a:pt x="924" y="248"/>
                </a:lnTo>
                <a:lnTo>
                  <a:pt x="945" y="179"/>
                </a:lnTo>
                <a:lnTo>
                  <a:pt x="1158" y="163"/>
                </a:lnTo>
              </a:path>
            </a:pathLst>
          </a:custGeom>
          <a:solidFill>
            <a:srgbClr val="003399"/>
          </a:solidFill>
          <a:ln w="127000" cap="rnd" cmpd="sng">
            <a:noFill/>
            <a:prstDash val="solid"/>
            <a:round/>
            <a:headEnd type="none" w="med" len="med"/>
            <a:tailEnd type="none" w="med" len="med"/>
          </a:ln>
          <a:effectLst/>
        </p:spPr>
        <p:txBody>
          <a:bodyPr/>
          <a:lstStyle/>
          <a:p>
            <a:pPr eaLnBrk="0" fontAlgn="base" hangingPunct="0">
              <a:spcBef>
                <a:spcPct val="0"/>
              </a:spcBef>
              <a:spcAft>
                <a:spcPct val="0"/>
              </a:spcAft>
            </a:pPr>
            <a:endParaRPr lang="en-US" sz="2400" b="1">
              <a:solidFill>
                <a:srgbClr val="FAFD00"/>
              </a:solidFill>
              <a:effectLst>
                <a:outerShdw blurRad="38100" dist="38100" dir="2700000" algn="tl">
                  <a:srgbClr val="C0C0C0"/>
                </a:outerShdw>
              </a:effectLst>
              <a:cs typeface="Arial" charset="0"/>
            </a:endParaRPr>
          </a:p>
        </p:txBody>
      </p:sp>
      <p:sp>
        <p:nvSpPr>
          <p:cNvPr id="6" name="Rectangle 2"/>
          <p:cNvSpPr>
            <a:spLocks noChangeArrowheads="1"/>
          </p:cNvSpPr>
          <p:nvPr/>
        </p:nvSpPr>
        <p:spPr bwMode="auto">
          <a:xfrm>
            <a:off x="3056577" y="6643755"/>
            <a:ext cx="3030871" cy="212879"/>
          </a:xfrm>
          <a:prstGeom prst="rect">
            <a:avLst/>
          </a:prstGeom>
          <a:noFill/>
          <a:ln w="12700">
            <a:noFill/>
            <a:miter lim="800000"/>
            <a:headEnd/>
            <a:tailEnd/>
          </a:ln>
          <a:effectLst/>
        </p:spPr>
        <p:txBody>
          <a:bodyPr wrap="square" lIns="88900" tIns="44450" rIns="88900" bIns="44450">
            <a:prstTxWarp prst="textNoShape">
              <a:avLst/>
            </a:prstTxWarp>
            <a:spAutoFit/>
          </a:bodyPr>
          <a:lstStyle/>
          <a:p>
            <a:pPr algn="ctr" defTabSz="887413">
              <a:spcBef>
                <a:spcPct val="50000"/>
              </a:spcBef>
              <a:defRPr/>
            </a:pPr>
            <a:r>
              <a:rPr lang="en-US" sz="800" kern="0" dirty="0">
                <a:solidFill>
                  <a:srgbClr val="000000"/>
                </a:solidFill>
                <a:cs typeface="Arial" charset="0"/>
              </a:rPr>
              <a:t>LOCKHEED MARTIN PROPRIETARY INFORMATION</a:t>
            </a:r>
          </a:p>
        </p:txBody>
      </p:sp>
    </p:spTree>
    <p:extLst>
      <p:ext uri="{BB962C8B-B14F-4D97-AF65-F5344CB8AC3E}">
        <p14:creationId xmlns:p14="http://schemas.microsoft.com/office/powerpoint/2010/main" val="1427358527"/>
      </p:ext>
    </p:extLst>
  </p:cSld>
  <p:clrMap bg1="dk2" tx1="lt1" bg2="dk1"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Lst>
  <p:hf sldNum="0" hdr="0" dt="0"/>
  <p:txStyles>
    <p:titleStyle>
      <a:lvl1pPr algn="l" defTabSz="887413" rtl="0" eaLnBrk="1" fontAlgn="base" hangingPunct="1">
        <a:spcBef>
          <a:spcPct val="0"/>
        </a:spcBef>
        <a:spcAft>
          <a:spcPct val="0"/>
        </a:spcAft>
        <a:defRPr sz="3600" b="1">
          <a:solidFill>
            <a:schemeClr val="bg1"/>
          </a:solidFill>
          <a:effectLst/>
          <a:latin typeface="+mj-lt"/>
          <a:ea typeface="ＭＳ Ｐゴシック" pitchFamily="-112" charset="-128"/>
          <a:cs typeface="ＭＳ Ｐゴシック" pitchFamily="-112" charset="-128"/>
        </a:defRPr>
      </a:lvl1pPr>
      <a:lvl2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2pPr>
      <a:lvl3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3pPr>
      <a:lvl4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4pPr>
      <a:lvl5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5pPr>
      <a:lvl6pPr marL="4572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6pPr>
      <a:lvl7pPr marL="9144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7pPr>
      <a:lvl8pPr marL="13716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8pPr>
      <a:lvl9pPr marL="18288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9pPr>
    </p:titleStyle>
    <p:bodyStyle>
      <a:lvl1pPr marL="222250" indent="-222250" algn="l" defTabSz="887413" rtl="0" eaLnBrk="1" fontAlgn="base" hangingPunct="1">
        <a:spcBef>
          <a:spcPct val="20000"/>
        </a:spcBef>
        <a:spcAft>
          <a:spcPct val="0"/>
        </a:spcAft>
        <a:buSzPct val="100000"/>
        <a:buChar char="•"/>
        <a:defRPr sz="2400" b="1">
          <a:solidFill>
            <a:schemeClr val="bg2"/>
          </a:solidFill>
          <a:effectLst/>
          <a:latin typeface="+mn-lt"/>
          <a:ea typeface="ＭＳ Ｐゴシック" pitchFamily="-112" charset="-128"/>
          <a:cs typeface="ＭＳ Ｐゴシック" pitchFamily="-112" charset="-128"/>
        </a:defRPr>
      </a:lvl1pPr>
      <a:lvl2pPr marL="615950" indent="-279400" algn="l" defTabSz="887413" rtl="0" eaLnBrk="1" fontAlgn="base" hangingPunct="1">
        <a:spcBef>
          <a:spcPct val="20000"/>
        </a:spcBef>
        <a:spcAft>
          <a:spcPct val="0"/>
        </a:spcAft>
        <a:buSzPct val="100000"/>
        <a:buChar char="–"/>
        <a:defRPr sz="2400" b="1">
          <a:solidFill>
            <a:schemeClr val="bg2"/>
          </a:solidFill>
          <a:effectLst/>
          <a:latin typeface="+mn-lt"/>
          <a:ea typeface="ＭＳ Ｐゴシック" pitchFamily="-112" charset="-128"/>
        </a:defRPr>
      </a:lvl2pPr>
      <a:lvl3pPr marL="998538" indent="-268288" algn="l" defTabSz="887413" rtl="0" eaLnBrk="1" fontAlgn="base" hangingPunct="1">
        <a:spcBef>
          <a:spcPct val="20000"/>
        </a:spcBef>
        <a:spcAft>
          <a:spcPct val="0"/>
        </a:spcAft>
        <a:buSzPct val="80000"/>
        <a:buChar char="•"/>
        <a:defRPr sz="2400" b="1">
          <a:solidFill>
            <a:schemeClr val="bg2"/>
          </a:solidFill>
          <a:effectLst/>
          <a:latin typeface="+mn-lt"/>
          <a:ea typeface="ＭＳ Ｐゴシック" pitchFamily="-112" charset="-128"/>
        </a:defRPr>
      </a:lvl3pPr>
      <a:lvl4pPr marL="1550988" indent="-222250" algn="l" defTabSz="887413" rtl="0" eaLnBrk="1" fontAlgn="base" hangingPunct="1">
        <a:spcBef>
          <a:spcPct val="20000"/>
        </a:spcBef>
        <a:spcAft>
          <a:spcPct val="0"/>
        </a:spcAft>
        <a:buChar char="–"/>
        <a:defRPr sz="2000" b="1">
          <a:solidFill>
            <a:schemeClr val="bg2"/>
          </a:solidFill>
          <a:effectLst/>
          <a:latin typeface="+mn-lt"/>
          <a:ea typeface="ＭＳ Ｐゴシック" pitchFamily="-112" charset="-128"/>
        </a:defRPr>
      </a:lvl4pPr>
      <a:lvl5pPr marL="1993900" indent="-222250" algn="l" defTabSz="887413" rtl="0" eaLnBrk="1" fontAlgn="base" hangingPunct="1">
        <a:spcBef>
          <a:spcPct val="20000"/>
        </a:spcBef>
        <a:spcAft>
          <a:spcPct val="0"/>
        </a:spcAft>
        <a:buChar char="»"/>
        <a:defRPr sz="2000" b="1">
          <a:solidFill>
            <a:schemeClr val="bg2"/>
          </a:solidFill>
          <a:effectLst/>
          <a:latin typeface="+mn-lt"/>
          <a:ea typeface="ＭＳ Ｐゴシック" pitchFamily="-112" charset="-128"/>
        </a:defRPr>
      </a:lvl5pPr>
      <a:lvl6pPr marL="24511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6pPr>
      <a:lvl7pPr marL="29083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7pPr>
      <a:lvl8pPr marL="33655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8pPr>
      <a:lvl9pPr marL="38227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1.png"/><Relationship Id="rId1" Type="http://schemas.openxmlformats.org/officeDocument/2006/relationships/slideLayout" Target="../slideLayouts/slideLayout16.xml"/><Relationship Id="rId5" Type="http://schemas.openxmlformats.org/officeDocument/2006/relationships/image" Target="../media/image12.jpeg"/><Relationship Id="rId4" Type="http://schemas.openxmlformats.org/officeDocument/2006/relationships/hyperlink" Target="http://static.guim.co.uk/sys-images/Guardian/Pix/audio/video/2010/8/21/1282384774643/Pakistanis-crowd-around-a-006.jp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4479634" y="6530201"/>
            <a:ext cx="184731" cy="276999"/>
          </a:xfrm>
        </p:spPr>
        <p:txBody>
          <a:bodyPr wrap="none" anchor="b" anchorCtr="1">
            <a:spAutoFit/>
          </a:bodyPr>
          <a:lstStyle/>
          <a:p>
            <a:endParaRPr lang="en-US">
              <a:solidFill>
                <a:prstClr val="black">
                  <a:tint val="75000"/>
                </a:prstClr>
              </a:solidFill>
            </a:endParaRPr>
          </a:p>
        </p:txBody>
      </p:sp>
      <p:pic>
        <p:nvPicPr>
          <p:cNvPr id="9" name="Picture 8" descr="iSchool_UTAustin_logo.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139" y="297350"/>
            <a:ext cx="2547390" cy="845650"/>
          </a:xfrm>
          <a:prstGeom prst="rect">
            <a:avLst/>
          </a:prstGeom>
        </p:spPr>
      </p:pic>
      <p:pic>
        <p:nvPicPr>
          <p:cNvPr id="10" name="Picture 4" descr="http://www.nationaldefensemagazine.org/SiteCollectionImages/issues/2006/jan/images/p44_Companies_Repackage.jp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899883" y="2401569"/>
            <a:ext cx="2381250" cy="159067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a:picLocks noChangeAspect="1"/>
          </p:cNvPicPr>
          <p:nvPr/>
        </p:nvPicPr>
        <p:blipFill>
          <a:blip r:embed="rId4"/>
          <a:stretch>
            <a:fillRect/>
          </a:stretch>
        </p:blipFill>
        <p:spPr>
          <a:xfrm>
            <a:off x="5231122" y="2273383"/>
            <a:ext cx="2250129" cy="2055086"/>
          </a:xfrm>
          <a:prstGeom prst="rect">
            <a:avLst/>
          </a:prstGeom>
        </p:spPr>
      </p:pic>
      <p:sp>
        <p:nvSpPr>
          <p:cNvPr id="12" name="Text Placeholder 5"/>
          <p:cNvSpPr txBox="1">
            <a:spLocks/>
          </p:cNvSpPr>
          <p:nvPr/>
        </p:nvSpPr>
        <p:spPr>
          <a:xfrm>
            <a:off x="1371600" y="4654928"/>
            <a:ext cx="6553200" cy="1898272"/>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Font typeface="Arial" panose="020B0604020202020204" pitchFamily="34" charset="0"/>
              <a:buNone/>
              <a:defRPr sz="2000" kern="1200">
                <a:solidFill>
                  <a:schemeClr val="tx1">
                    <a:tint val="75000"/>
                  </a:schemeClr>
                </a:solidFill>
                <a:latin typeface="Arial" panose="020B0604020202020204" pitchFamily="34" charset="0"/>
                <a:ea typeface="+mn-ea"/>
                <a:cs typeface="Arial" panose="020B0604020202020204" pitchFamily="34" charset="0"/>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marL="0" marR="0" lvl="0" indent="0"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sz="1400" dirty="0">
                <a:solidFill>
                  <a:sysClr val="windowText" lastClr="000000">
                    <a:tint val="75000"/>
                  </a:sysClr>
                </a:solidFill>
              </a:rPr>
              <a:t>Dr. Paul Kogut – LM RMS C6ISR</a:t>
            </a:r>
          </a:p>
          <a:p>
            <a:pPr lvl="0"/>
            <a:r>
              <a:rPr lang="en-US" sz="1400" dirty="0">
                <a:solidFill>
                  <a:sysClr val="windowText" lastClr="000000">
                    <a:tint val="75000"/>
                  </a:sysClr>
                </a:solidFill>
              </a:rPr>
              <a:t>Dr. Kevin Oden – LM RMS Training and Logistics Solutions</a:t>
            </a:r>
          </a:p>
          <a:p>
            <a:pPr lvl="0"/>
            <a:r>
              <a:rPr lang="en-US" sz="1400" dirty="0">
                <a:solidFill>
                  <a:sysClr val="windowText" lastClr="000000">
                    <a:tint val="75000"/>
                  </a:sysClr>
                </a:solidFill>
              </a:rPr>
              <a:t>Dr. Jacek </a:t>
            </a:r>
            <a:r>
              <a:rPr lang="en-US" sz="1400" dirty="0" err="1">
                <a:solidFill>
                  <a:sysClr val="windowText" lastClr="000000">
                    <a:tint val="75000"/>
                  </a:sysClr>
                </a:solidFill>
              </a:rPr>
              <a:t>Gwizdka</a:t>
            </a:r>
            <a:r>
              <a:rPr lang="en-US" sz="1400" dirty="0">
                <a:solidFill>
                  <a:sysClr val="windowText" lastClr="000000">
                    <a:tint val="75000"/>
                  </a:sysClr>
                </a:solidFill>
              </a:rPr>
              <a:t> - School of Information, University of Texas Austin</a:t>
            </a: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ysClr val="windowText" lastClr="000000">
                  <a:tint val="75000"/>
                </a:sysClr>
              </a:solidFill>
              <a:effectLst/>
              <a:uLnTx/>
              <a:uFillTx/>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ysClr val="windowText" lastClr="000000">
                  <a:tint val="75000"/>
                </a:sysClr>
              </a:solidFill>
              <a:effectLst/>
              <a:uLnTx/>
              <a:uFillTx/>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ysClr val="windowText" lastClr="000000">
                  <a:tint val="75000"/>
                </a:sysClr>
              </a:solidFill>
              <a:effectLst/>
              <a:uLnTx/>
              <a:uFillTx/>
            </a:endParaRPr>
          </a:p>
        </p:txBody>
      </p:sp>
      <p:sp>
        <p:nvSpPr>
          <p:cNvPr id="13" name="Title 1"/>
          <p:cNvSpPr txBox="1">
            <a:spLocks/>
          </p:cNvSpPr>
          <p:nvPr/>
        </p:nvSpPr>
        <p:spPr>
          <a:xfrm>
            <a:off x="1062689" y="1447800"/>
            <a:ext cx="7362295" cy="901838"/>
          </a:xfrm>
          <a:prstGeom prst="rect">
            <a:avLst/>
          </a:prstGeom>
        </p:spPr>
        <p:txBody>
          <a:bodyPr/>
          <a:lstStyle>
            <a:lvl1pPr algn="l" rtl="0" eaLnBrk="1" fontAlgn="base" hangingPunct="1">
              <a:spcBef>
                <a:spcPct val="0"/>
              </a:spcBef>
              <a:spcAft>
                <a:spcPct val="0"/>
              </a:spcAft>
              <a:defRPr sz="2400" b="1">
                <a:solidFill>
                  <a:srgbClr val="003478"/>
                </a:solidFill>
                <a:latin typeface="+mj-lt"/>
                <a:ea typeface="+mj-ea"/>
                <a:cs typeface="+mj-cs"/>
              </a:defRPr>
            </a:lvl1pPr>
            <a:lvl2pPr algn="l" rtl="0" eaLnBrk="1" fontAlgn="base" hangingPunct="1">
              <a:spcBef>
                <a:spcPct val="0"/>
              </a:spcBef>
              <a:spcAft>
                <a:spcPct val="0"/>
              </a:spcAft>
              <a:defRPr sz="2400" b="1">
                <a:solidFill>
                  <a:srgbClr val="003399"/>
                </a:solidFill>
                <a:latin typeface="Arial" pitchFamily="34" charset="0"/>
              </a:defRPr>
            </a:lvl2pPr>
            <a:lvl3pPr algn="l" rtl="0" eaLnBrk="1" fontAlgn="base" hangingPunct="1">
              <a:spcBef>
                <a:spcPct val="0"/>
              </a:spcBef>
              <a:spcAft>
                <a:spcPct val="0"/>
              </a:spcAft>
              <a:defRPr sz="2400" b="1">
                <a:solidFill>
                  <a:srgbClr val="003399"/>
                </a:solidFill>
                <a:latin typeface="Arial" pitchFamily="34" charset="0"/>
              </a:defRPr>
            </a:lvl3pPr>
            <a:lvl4pPr algn="l" rtl="0" eaLnBrk="1" fontAlgn="base" hangingPunct="1">
              <a:spcBef>
                <a:spcPct val="0"/>
              </a:spcBef>
              <a:spcAft>
                <a:spcPct val="0"/>
              </a:spcAft>
              <a:defRPr sz="2400" b="1">
                <a:solidFill>
                  <a:srgbClr val="003399"/>
                </a:solidFill>
                <a:latin typeface="Arial" pitchFamily="34" charset="0"/>
              </a:defRPr>
            </a:lvl4pPr>
            <a:lvl5pPr algn="l" rtl="0" eaLnBrk="1" fontAlgn="base" hangingPunct="1">
              <a:spcBef>
                <a:spcPct val="0"/>
              </a:spcBef>
              <a:spcAft>
                <a:spcPct val="0"/>
              </a:spcAft>
              <a:defRPr sz="2400" b="1">
                <a:solidFill>
                  <a:srgbClr val="003399"/>
                </a:solidFill>
                <a:latin typeface="Arial" pitchFamily="34" charset="0"/>
              </a:defRPr>
            </a:lvl5pPr>
            <a:lvl6pPr marL="457189" algn="l" rtl="0" eaLnBrk="1" fontAlgn="base" hangingPunct="1">
              <a:spcBef>
                <a:spcPct val="0"/>
              </a:spcBef>
              <a:spcAft>
                <a:spcPct val="0"/>
              </a:spcAft>
              <a:defRPr sz="2400" b="1">
                <a:solidFill>
                  <a:srgbClr val="003399"/>
                </a:solidFill>
                <a:latin typeface="Arial" pitchFamily="34" charset="0"/>
              </a:defRPr>
            </a:lvl6pPr>
            <a:lvl7pPr marL="914377" algn="l" rtl="0" eaLnBrk="1" fontAlgn="base" hangingPunct="1">
              <a:spcBef>
                <a:spcPct val="0"/>
              </a:spcBef>
              <a:spcAft>
                <a:spcPct val="0"/>
              </a:spcAft>
              <a:defRPr sz="2400" b="1">
                <a:solidFill>
                  <a:srgbClr val="003399"/>
                </a:solidFill>
                <a:latin typeface="Arial" pitchFamily="34" charset="0"/>
              </a:defRPr>
            </a:lvl7pPr>
            <a:lvl8pPr marL="1371566" algn="l" rtl="0" eaLnBrk="1" fontAlgn="base" hangingPunct="1">
              <a:spcBef>
                <a:spcPct val="0"/>
              </a:spcBef>
              <a:spcAft>
                <a:spcPct val="0"/>
              </a:spcAft>
              <a:defRPr sz="2400" b="1">
                <a:solidFill>
                  <a:srgbClr val="003399"/>
                </a:solidFill>
                <a:latin typeface="Arial" pitchFamily="34" charset="0"/>
              </a:defRPr>
            </a:lvl8pPr>
            <a:lvl9pPr marL="1828754" algn="l" rtl="0" eaLnBrk="1" fontAlgn="base" hangingPunct="1">
              <a:spcBef>
                <a:spcPct val="0"/>
              </a:spcBef>
              <a:spcAft>
                <a:spcPct val="0"/>
              </a:spcAft>
              <a:defRPr sz="2400" b="1">
                <a:solidFill>
                  <a:srgbClr val="003399"/>
                </a:solidFill>
                <a:latin typeface="Arial" pitchFamily="34" charset="0"/>
              </a:defRPr>
            </a:lvl9pPr>
          </a:lstStyle>
          <a:p>
            <a:pPr algn="ctr"/>
            <a:r>
              <a:rPr lang="en-US" sz="2800" kern="0" dirty="0"/>
              <a:t>Eye Tracking for Adaptive User Interfaces </a:t>
            </a:r>
          </a:p>
        </p:txBody>
      </p:sp>
      <p:pic>
        <p:nvPicPr>
          <p:cNvPr id="15" name="Picture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53504" y="586717"/>
            <a:ext cx="1253204" cy="480083"/>
          </a:xfrm>
          <a:prstGeom prst="rect">
            <a:avLst/>
          </a:prstGeom>
        </p:spPr>
      </p:pic>
      <p:pic>
        <p:nvPicPr>
          <p:cNvPr id="18" name="Picture 1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162800" y="333689"/>
            <a:ext cx="1755648" cy="466344"/>
          </a:xfrm>
          <a:prstGeom prst="rect">
            <a:avLst/>
          </a:prstGeom>
        </p:spPr>
      </p:pic>
    </p:spTree>
    <p:extLst>
      <p:ext uri="{BB962C8B-B14F-4D97-AF65-F5344CB8AC3E}">
        <p14:creationId xmlns:p14="http://schemas.microsoft.com/office/powerpoint/2010/main" val="3000663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p:cNvPicPr>
            <a:picLocks noChangeAspect="1"/>
          </p:cNvPicPr>
          <p:nvPr/>
        </p:nvPicPr>
        <p:blipFill>
          <a:blip r:embed="rId2">
            <a:duotone>
              <a:srgbClr val="70AD47">
                <a:shade val="45000"/>
                <a:satMod val="135000"/>
              </a:srgbClr>
              <a:prstClr val="white"/>
            </a:duotone>
            <a:extLst>
              <a:ext uri="{28A0092B-C50C-407E-A947-70E740481C1C}">
                <a14:useLocalDpi xmlns:a14="http://schemas.microsoft.com/office/drawing/2010/main" val="0"/>
              </a:ext>
            </a:extLst>
          </a:blip>
          <a:stretch>
            <a:fillRect/>
          </a:stretch>
        </p:blipFill>
        <p:spPr>
          <a:xfrm>
            <a:off x="2828839" y="3590764"/>
            <a:ext cx="2657636" cy="2657636"/>
          </a:xfrm>
          <a:prstGeom prst="rect">
            <a:avLst/>
          </a:prstGeom>
        </p:spPr>
      </p:pic>
      <p:cxnSp>
        <p:nvCxnSpPr>
          <p:cNvPr id="39" name="Straight Arrow Connector 38"/>
          <p:cNvCxnSpPr/>
          <p:nvPr/>
        </p:nvCxnSpPr>
        <p:spPr>
          <a:xfrm>
            <a:off x="4157657" y="4126286"/>
            <a:ext cx="811815" cy="263513"/>
          </a:xfrm>
          <a:prstGeom prst="straightConnector1">
            <a:avLst/>
          </a:prstGeom>
          <a:noFill/>
          <a:ln w="25400" cap="flat" cmpd="sng" algn="ctr">
            <a:solidFill>
              <a:srgbClr val="4F81BD">
                <a:shade val="95000"/>
                <a:satMod val="105000"/>
              </a:srgbClr>
            </a:solidFill>
            <a:prstDash val="solid"/>
            <a:headEnd type="none"/>
            <a:tailEnd type="arrow"/>
          </a:ln>
          <a:effectLst/>
        </p:spPr>
      </p:cxnSp>
      <p:sp>
        <p:nvSpPr>
          <p:cNvPr id="42" name="TextBox 41"/>
          <p:cNvSpPr txBox="1"/>
          <p:nvPr/>
        </p:nvSpPr>
        <p:spPr>
          <a:xfrm>
            <a:off x="5644571" y="2609222"/>
            <a:ext cx="3166145" cy="1815882"/>
          </a:xfrm>
          <a:prstGeom prst="rect">
            <a:avLst/>
          </a:prstGeom>
          <a:noFill/>
          <a:ln>
            <a:solidFill>
              <a:srgbClr val="4F81BD">
                <a:shade val="95000"/>
                <a:satMod val="105000"/>
              </a:srgbClr>
            </a:solidFill>
          </a:ln>
        </p:spPr>
        <p:txBody>
          <a:bodyPr wrap="square" rtlCol="0">
            <a:spAutoFit/>
          </a:bodyPr>
          <a:lstStyle/>
          <a:p>
            <a:r>
              <a:rPr lang="en-US" sz="1400" dirty="0">
                <a:solidFill>
                  <a:prstClr val="black"/>
                </a:solidFill>
              </a:rPr>
              <a:t>Sensors: </a:t>
            </a:r>
          </a:p>
          <a:p>
            <a:pPr marL="285750" indent="-285750">
              <a:buFont typeface="Arial" panose="020B0604020202020204" pitchFamily="34" charset="0"/>
              <a:buChar char="•"/>
            </a:pPr>
            <a:r>
              <a:rPr lang="en-US" sz="1400" dirty="0">
                <a:solidFill>
                  <a:prstClr val="black"/>
                </a:solidFill>
              </a:rPr>
              <a:t>eye-tracking</a:t>
            </a:r>
            <a:endParaRPr lang="en-US" sz="1000" dirty="0">
              <a:solidFill>
                <a:prstClr val="black"/>
              </a:solidFill>
            </a:endParaRPr>
          </a:p>
          <a:p>
            <a:pPr marL="285750" indent="-285750">
              <a:buFont typeface="Arial" panose="020B0604020202020204" pitchFamily="34" charset="0"/>
              <a:buChar char="•"/>
            </a:pPr>
            <a:r>
              <a:rPr lang="en-US" sz="1400" dirty="0">
                <a:solidFill>
                  <a:prstClr val="black"/>
                </a:solidFill>
              </a:rPr>
              <a:t>facial expression</a:t>
            </a:r>
            <a:endParaRPr lang="en-US" sz="1000" dirty="0">
              <a:solidFill>
                <a:prstClr val="black"/>
              </a:solidFill>
            </a:endParaRPr>
          </a:p>
          <a:p>
            <a:pPr marL="285750" indent="-285750">
              <a:buFont typeface="Arial" panose="020B0604020202020204" pitchFamily="34" charset="0"/>
              <a:buChar char="•"/>
            </a:pPr>
            <a:r>
              <a:rPr lang="en-US" sz="1400" dirty="0">
                <a:solidFill>
                  <a:prstClr val="black"/>
                </a:solidFill>
              </a:rPr>
              <a:t>EEG</a:t>
            </a:r>
            <a:endParaRPr lang="en-US" sz="1000" dirty="0">
              <a:solidFill>
                <a:prstClr val="black"/>
              </a:solidFill>
            </a:endParaRPr>
          </a:p>
          <a:p>
            <a:pPr marL="285750" indent="-285750">
              <a:buFont typeface="Arial" panose="020B0604020202020204" pitchFamily="34" charset="0"/>
              <a:buChar char="•"/>
            </a:pPr>
            <a:r>
              <a:rPr lang="en-US" sz="1400" dirty="0">
                <a:solidFill>
                  <a:prstClr val="black"/>
                </a:solidFill>
              </a:rPr>
              <a:t>heart rate </a:t>
            </a:r>
          </a:p>
          <a:p>
            <a:pPr marL="285750" indent="-285750">
              <a:buFont typeface="Arial" panose="020B0604020202020204" pitchFamily="34" charset="0"/>
              <a:buChar char="•"/>
            </a:pPr>
            <a:r>
              <a:rPr lang="en-US" sz="1400" dirty="0">
                <a:solidFill>
                  <a:prstClr val="black"/>
                </a:solidFill>
              </a:rPr>
              <a:t>skin conductance</a:t>
            </a:r>
          </a:p>
          <a:p>
            <a:pPr marL="285750" indent="-285750">
              <a:buFont typeface="Arial" panose="020B0604020202020204" pitchFamily="34" charset="0"/>
              <a:buChar char="•"/>
            </a:pPr>
            <a:r>
              <a:rPr lang="en-US" sz="1400" dirty="0">
                <a:solidFill>
                  <a:prstClr val="black"/>
                </a:solidFill>
              </a:rPr>
              <a:t>body position</a:t>
            </a:r>
          </a:p>
          <a:p>
            <a:pPr marL="285750" indent="-285750">
              <a:buFont typeface="Arial" panose="020B0604020202020204" pitchFamily="34" charset="0"/>
              <a:buChar char="•"/>
            </a:pPr>
            <a:r>
              <a:rPr lang="en-US" sz="1400" dirty="0">
                <a:solidFill>
                  <a:prstClr val="black"/>
                </a:solidFill>
              </a:rPr>
              <a:t>Functional Near-Infrared… </a:t>
            </a:r>
          </a:p>
        </p:txBody>
      </p:sp>
      <p:sp>
        <p:nvSpPr>
          <p:cNvPr id="43" name="TextBox 42"/>
          <p:cNvSpPr txBox="1"/>
          <p:nvPr/>
        </p:nvSpPr>
        <p:spPr>
          <a:xfrm>
            <a:off x="3564084" y="1324309"/>
            <a:ext cx="2095445" cy="954107"/>
          </a:xfrm>
          <a:prstGeom prst="rect">
            <a:avLst/>
          </a:prstGeom>
          <a:noFill/>
          <a:ln>
            <a:solidFill>
              <a:srgbClr val="4F81BD">
                <a:shade val="95000"/>
                <a:satMod val="105000"/>
              </a:srgbClr>
            </a:solidFill>
          </a:ln>
        </p:spPr>
        <p:txBody>
          <a:bodyPr wrap="none" rtlCol="0">
            <a:spAutoFit/>
          </a:bodyPr>
          <a:lstStyle/>
          <a:p>
            <a:r>
              <a:rPr lang="en-US" sz="1400" dirty="0">
                <a:solidFill>
                  <a:prstClr val="black"/>
                </a:solidFill>
              </a:rPr>
              <a:t>Augmentations: </a:t>
            </a:r>
          </a:p>
          <a:p>
            <a:pPr marL="285750" indent="-285750">
              <a:buFont typeface="Arial" panose="020B0604020202020204" pitchFamily="34" charset="0"/>
              <a:buChar char="•"/>
            </a:pPr>
            <a:r>
              <a:rPr lang="en-US" sz="1400" dirty="0">
                <a:solidFill>
                  <a:prstClr val="black"/>
                </a:solidFill>
              </a:rPr>
              <a:t>proactive assistance</a:t>
            </a:r>
          </a:p>
          <a:p>
            <a:pPr marL="285750" indent="-285750">
              <a:buFont typeface="Arial" panose="020B0604020202020204" pitchFamily="34" charset="0"/>
              <a:buChar char="•"/>
            </a:pPr>
            <a:r>
              <a:rPr lang="en-US" sz="1400" dirty="0">
                <a:solidFill>
                  <a:prstClr val="black"/>
                </a:solidFill>
              </a:rPr>
              <a:t>adaptive displays</a:t>
            </a:r>
          </a:p>
          <a:p>
            <a:pPr marL="285750" indent="-285750">
              <a:buFont typeface="Arial" panose="020B0604020202020204" pitchFamily="34" charset="0"/>
              <a:buChar char="•"/>
            </a:pPr>
            <a:r>
              <a:rPr lang="en-US" sz="1400" dirty="0">
                <a:solidFill>
                  <a:prstClr val="black"/>
                </a:solidFill>
              </a:rPr>
              <a:t>alerts…    </a:t>
            </a:r>
          </a:p>
        </p:txBody>
      </p:sp>
      <p:cxnSp>
        <p:nvCxnSpPr>
          <p:cNvPr id="44" name="Straight Arrow Connector 43"/>
          <p:cNvCxnSpPr/>
          <p:nvPr/>
        </p:nvCxnSpPr>
        <p:spPr>
          <a:xfrm rot="10800000">
            <a:off x="4096409" y="3862773"/>
            <a:ext cx="811815" cy="263513"/>
          </a:xfrm>
          <a:prstGeom prst="straightConnector1">
            <a:avLst/>
          </a:prstGeom>
          <a:noFill/>
          <a:ln w="25400" cap="flat" cmpd="sng" algn="ctr">
            <a:solidFill>
              <a:srgbClr val="4F81BD">
                <a:shade val="95000"/>
                <a:satMod val="105000"/>
              </a:srgbClr>
            </a:solidFill>
            <a:prstDash val="solid"/>
            <a:headEnd type="none"/>
            <a:tailEnd type="arrow"/>
          </a:ln>
          <a:effectLst/>
        </p:spPr>
      </p:cxnSp>
      <p:cxnSp>
        <p:nvCxnSpPr>
          <p:cNvPr id="45" name="Straight Connector 44"/>
          <p:cNvCxnSpPr>
            <a:stCxn id="43" idx="2"/>
          </p:cNvCxnSpPr>
          <p:nvPr/>
        </p:nvCxnSpPr>
        <p:spPr>
          <a:xfrm flipH="1">
            <a:off x="4601911" y="2278416"/>
            <a:ext cx="9896" cy="175149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42" idx="1"/>
          </p:cNvCxnSpPr>
          <p:nvPr/>
        </p:nvCxnSpPr>
        <p:spPr>
          <a:xfrm flipH="1">
            <a:off x="4760007" y="3517163"/>
            <a:ext cx="884564" cy="811849"/>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47" name="Title 1"/>
          <p:cNvSpPr txBox="1">
            <a:spLocks/>
          </p:cNvSpPr>
          <p:nvPr/>
        </p:nvSpPr>
        <p:spPr>
          <a:xfrm>
            <a:off x="152400" y="228600"/>
            <a:ext cx="8763000" cy="463550"/>
          </a:xfrm>
          <a:prstGeom prst="rect">
            <a:avLst/>
          </a:prstGeom>
        </p:spPr>
        <p:txBody>
          <a:bodyPr/>
          <a:lstStyle>
            <a:lvl1pPr algn="l" rtl="0" eaLnBrk="1" fontAlgn="base" hangingPunct="1">
              <a:spcBef>
                <a:spcPct val="0"/>
              </a:spcBef>
              <a:spcAft>
                <a:spcPct val="0"/>
              </a:spcAft>
              <a:defRPr sz="2400" b="1">
                <a:solidFill>
                  <a:srgbClr val="003478"/>
                </a:solidFill>
                <a:latin typeface="+mj-lt"/>
                <a:ea typeface="+mj-ea"/>
                <a:cs typeface="+mj-cs"/>
              </a:defRPr>
            </a:lvl1pPr>
            <a:lvl2pPr algn="l" rtl="0" eaLnBrk="1" fontAlgn="base" hangingPunct="1">
              <a:spcBef>
                <a:spcPct val="0"/>
              </a:spcBef>
              <a:spcAft>
                <a:spcPct val="0"/>
              </a:spcAft>
              <a:defRPr sz="2400" b="1">
                <a:solidFill>
                  <a:srgbClr val="003399"/>
                </a:solidFill>
                <a:latin typeface="Arial" pitchFamily="34" charset="0"/>
              </a:defRPr>
            </a:lvl2pPr>
            <a:lvl3pPr algn="l" rtl="0" eaLnBrk="1" fontAlgn="base" hangingPunct="1">
              <a:spcBef>
                <a:spcPct val="0"/>
              </a:spcBef>
              <a:spcAft>
                <a:spcPct val="0"/>
              </a:spcAft>
              <a:defRPr sz="2400" b="1">
                <a:solidFill>
                  <a:srgbClr val="003399"/>
                </a:solidFill>
                <a:latin typeface="Arial" pitchFamily="34" charset="0"/>
              </a:defRPr>
            </a:lvl3pPr>
            <a:lvl4pPr algn="l" rtl="0" eaLnBrk="1" fontAlgn="base" hangingPunct="1">
              <a:spcBef>
                <a:spcPct val="0"/>
              </a:spcBef>
              <a:spcAft>
                <a:spcPct val="0"/>
              </a:spcAft>
              <a:defRPr sz="2400" b="1">
                <a:solidFill>
                  <a:srgbClr val="003399"/>
                </a:solidFill>
                <a:latin typeface="Arial" pitchFamily="34" charset="0"/>
              </a:defRPr>
            </a:lvl4pPr>
            <a:lvl5pPr algn="l" rtl="0" eaLnBrk="1" fontAlgn="base" hangingPunct="1">
              <a:spcBef>
                <a:spcPct val="0"/>
              </a:spcBef>
              <a:spcAft>
                <a:spcPct val="0"/>
              </a:spcAft>
              <a:defRPr sz="2400" b="1">
                <a:solidFill>
                  <a:srgbClr val="003399"/>
                </a:solidFill>
                <a:latin typeface="Arial" pitchFamily="34" charset="0"/>
              </a:defRPr>
            </a:lvl5pPr>
            <a:lvl6pPr marL="457189" algn="l" rtl="0" eaLnBrk="1" fontAlgn="base" hangingPunct="1">
              <a:spcBef>
                <a:spcPct val="0"/>
              </a:spcBef>
              <a:spcAft>
                <a:spcPct val="0"/>
              </a:spcAft>
              <a:defRPr sz="2400" b="1">
                <a:solidFill>
                  <a:srgbClr val="003399"/>
                </a:solidFill>
                <a:latin typeface="Arial" pitchFamily="34" charset="0"/>
              </a:defRPr>
            </a:lvl6pPr>
            <a:lvl7pPr marL="914377" algn="l" rtl="0" eaLnBrk="1" fontAlgn="base" hangingPunct="1">
              <a:spcBef>
                <a:spcPct val="0"/>
              </a:spcBef>
              <a:spcAft>
                <a:spcPct val="0"/>
              </a:spcAft>
              <a:defRPr sz="2400" b="1">
                <a:solidFill>
                  <a:srgbClr val="003399"/>
                </a:solidFill>
                <a:latin typeface="Arial" pitchFamily="34" charset="0"/>
              </a:defRPr>
            </a:lvl7pPr>
            <a:lvl8pPr marL="1371566" algn="l" rtl="0" eaLnBrk="1" fontAlgn="base" hangingPunct="1">
              <a:spcBef>
                <a:spcPct val="0"/>
              </a:spcBef>
              <a:spcAft>
                <a:spcPct val="0"/>
              </a:spcAft>
              <a:defRPr sz="2400" b="1">
                <a:solidFill>
                  <a:srgbClr val="003399"/>
                </a:solidFill>
                <a:latin typeface="Arial" pitchFamily="34" charset="0"/>
              </a:defRPr>
            </a:lvl8pPr>
            <a:lvl9pPr marL="1828754" algn="l" rtl="0" eaLnBrk="1" fontAlgn="base" hangingPunct="1">
              <a:spcBef>
                <a:spcPct val="0"/>
              </a:spcBef>
              <a:spcAft>
                <a:spcPct val="0"/>
              </a:spcAft>
              <a:defRPr sz="2400" b="1">
                <a:solidFill>
                  <a:srgbClr val="003399"/>
                </a:solidFill>
                <a:latin typeface="Arial" pitchFamily="34" charset="0"/>
              </a:defRPr>
            </a:lvl9pPr>
          </a:lstStyle>
          <a:p>
            <a:pPr algn="ctr"/>
            <a:r>
              <a:rPr lang="en-US" sz="2800" kern="0" dirty="0"/>
              <a:t>Project Overview</a:t>
            </a:r>
          </a:p>
        </p:txBody>
      </p:sp>
      <p:sp>
        <p:nvSpPr>
          <p:cNvPr id="48" name="TextBox 47"/>
          <p:cNvSpPr txBox="1"/>
          <p:nvPr/>
        </p:nvSpPr>
        <p:spPr>
          <a:xfrm>
            <a:off x="373150" y="1703649"/>
            <a:ext cx="2165657" cy="1600438"/>
          </a:xfrm>
          <a:prstGeom prst="rect">
            <a:avLst/>
          </a:prstGeom>
          <a:noFill/>
          <a:ln>
            <a:solidFill>
              <a:srgbClr val="4F81BD">
                <a:shade val="95000"/>
                <a:satMod val="105000"/>
              </a:srgbClr>
            </a:solidFill>
          </a:ln>
        </p:spPr>
        <p:txBody>
          <a:bodyPr wrap="none" rtlCol="0">
            <a:spAutoFit/>
          </a:bodyPr>
          <a:lstStyle/>
          <a:p>
            <a:r>
              <a:rPr lang="en-US" sz="1400" dirty="0">
                <a:solidFill>
                  <a:prstClr val="black"/>
                </a:solidFill>
              </a:rPr>
              <a:t>Users: </a:t>
            </a:r>
          </a:p>
          <a:p>
            <a:pPr marL="285750" indent="-285750">
              <a:buFont typeface="Arial" panose="020B0604020202020204" pitchFamily="34" charset="0"/>
              <a:buChar char="•"/>
            </a:pPr>
            <a:r>
              <a:rPr lang="en-US" sz="1400" dirty="0">
                <a:solidFill>
                  <a:prstClr val="black"/>
                </a:solidFill>
              </a:rPr>
              <a:t>ISR analyst</a:t>
            </a:r>
            <a:endParaRPr lang="en-US" sz="1000" dirty="0">
              <a:solidFill>
                <a:prstClr val="black"/>
              </a:solidFill>
            </a:endParaRPr>
          </a:p>
          <a:p>
            <a:pPr marL="285750" indent="-285750">
              <a:buFont typeface="Arial" panose="020B0604020202020204" pitchFamily="34" charset="0"/>
              <a:buChar char="•"/>
            </a:pPr>
            <a:r>
              <a:rPr lang="en-US" sz="1400" dirty="0">
                <a:solidFill>
                  <a:prstClr val="black"/>
                </a:solidFill>
              </a:rPr>
              <a:t>tactical commander</a:t>
            </a:r>
            <a:endParaRPr lang="en-US" sz="1000" dirty="0">
              <a:solidFill>
                <a:prstClr val="black"/>
              </a:solidFill>
            </a:endParaRPr>
          </a:p>
          <a:p>
            <a:pPr marL="285750" indent="-285750">
              <a:buFont typeface="Arial" panose="020B0604020202020204" pitchFamily="34" charset="0"/>
              <a:buChar char="•"/>
            </a:pPr>
            <a:r>
              <a:rPr lang="en-US" sz="1400" dirty="0">
                <a:solidFill>
                  <a:prstClr val="black"/>
                </a:solidFill>
              </a:rPr>
              <a:t>student pilot</a:t>
            </a:r>
            <a:endParaRPr lang="en-US" sz="1000" dirty="0">
              <a:solidFill>
                <a:prstClr val="black"/>
              </a:solidFill>
            </a:endParaRPr>
          </a:p>
          <a:p>
            <a:pPr marL="285750" indent="-285750">
              <a:buFont typeface="Arial" panose="020B0604020202020204" pitchFamily="34" charset="0"/>
              <a:buChar char="•"/>
            </a:pPr>
            <a:r>
              <a:rPr lang="en-US" sz="1400" dirty="0">
                <a:solidFill>
                  <a:prstClr val="black"/>
                </a:solidFill>
              </a:rPr>
              <a:t>OSINT/HUMINT analyst</a:t>
            </a:r>
            <a:endParaRPr lang="en-US" sz="1000" dirty="0">
              <a:solidFill>
                <a:prstClr val="black"/>
              </a:solidFill>
            </a:endParaRPr>
          </a:p>
          <a:p>
            <a:pPr marL="285750" indent="-285750">
              <a:buFont typeface="Arial" panose="020B0604020202020204" pitchFamily="34" charset="0"/>
              <a:buChar char="•"/>
            </a:pPr>
            <a:r>
              <a:rPr lang="en-US" sz="1400" dirty="0">
                <a:solidFill>
                  <a:prstClr val="black"/>
                </a:solidFill>
              </a:rPr>
              <a:t>cybersecurity analyst</a:t>
            </a:r>
          </a:p>
          <a:p>
            <a:pPr marL="285750" indent="-285750">
              <a:buFont typeface="Arial" panose="020B0604020202020204" pitchFamily="34" charset="0"/>
              <a:buChar char="•"/>
            </a:pPr>
            <a:r>
              <a:rPr lang="en-US" sz="1400" dirty="0">
                <a:solidFill>
                  <a:prstClr val="black"/>
                </a:solidFill>
              </a:rPr>
              <a:t>homeland security…    </a:t>
            </a:r>
          </a:p>
        </p:txBody>
      </p:sp>
      <p:cxnSp>
        <p:nvCxnSpPr>
          <p:cNvPr id="49" name="Straight Connector 48"/>
          <p:cNvCxnSpPr>
            <a:stCxn id="48" idx="2"/>
          </p:cNvCxnSpPr>
          <p:nvPr/>
        </p:nvCxnSpPr>
        <p:spPr>
          <a:xfrm>
            <a:off x="1455979" y="3304087"/>
            <a:ext cx="1889079" cy="953955"/>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0"/>
          </p:nvPr>
        </p:nvSpPr>
        <p:spPr/>
        <p:txBody>
          <a:bodyPr/>
          <a:lstStyle/>
          <a:p>
            <a:endParaRPr lang="en-US"/>
          </a:p>
        </p:txBody>
      </p:sp>
      <p:sp>
        <p:nvSpPr>
          <p:cNvPr id="13" name="Title 1">
            <a:extLst>
              <a:ext uri="{FF2B5EF4-FFF2-40B4-BE49-F238E27FC236}">
                <a16:creationId xmlns:a16="http://schemas.microsoft.com/office/drawing/2014/main" id="{FEAA453D-C9F9-428B-81CA-CFBFA6F62FF8}"/>
              </a:ext>
            </a:extLst>
          </p:cNvPr>
          <p:cNvSpPr txBox="1">
            <a:spLocks/>
          </p:cNvSpPr>
          <p:nvPr/>
        </p:nvSpPr>
        <p:spPr>
          <a:xfrm>
            <a:off x="4038600" y="5087324"/>
            <a:ext cx="3411684" cy="463550"/>
          </a:xfrm>
          <a:prstGeom prst="rect">
            <a:avLst/>
          </a:prstGeom>
        </p:spPr>
        <p:txBody>
          <a:bodyPr/>
          <a:lstStyle>
            <a:lvl1pPr algn="l" rtl="0" eaLnBrk="1" fontAlgn="base" hangingPunct="1">
              <a:spcBef>
                <a:spcPct val="0"/>
              </a:spcBef>
              <a:spcAft>
                <a:spcPct val="0"/>
              </a:spcAft>
              <a:defRPr sz="2400" b="1">
                <a:solidFill>
                  <a:srgbClr val="003478"/>
                </a:solidFill>
                <a:latin typeface="+mj-lt"/>
                <a:ea typeface="+mj-ea"/>
                <a:cs typeface="+mj-cs"/>
              </a:defRPr>
            </a:lvl1pPr>
            <a:lvl2pPr algn="l" rtl="0" eaLnBrk="1" fontAlgn="base" hangingPunct="1">
              <a:spcBef>
                <a:spcPct val="0"/>
              </a:spcBef>
              <a:spcAft>
                <a:spcPct val="0"/>
              </a:spcAft>
              <a:defRPr sz="2400" b="1">
                <a:solidFill>
                  <a:srgbClr val="003399"/>
                </a:solidFill>
                <a:latin typeface="Arial" pitchFamily="34" charset="0"/>
              </a:defRPr>
            </a:lvl2pPr>
            <a:lvl3pPr algn="l" rtl="0" eaLnBrk="1" fontAlgn="base" hangingPunct="1">
              <a:spcBef>
                <a:spcPct val="0"/>
              </a:spcBef>
              <a:spcAft>
                <a:spcPct val="0"/>
              </a:spcAft>
              <a:defRPr sz="2400" b="1">
                <a:solidFill>
                  <a:srgbClr val="003399"/>
                </a:solidFill>
                <a:latin typeface="Arial" pitchFamily="34" charset="0"/>
              </a:defRPr>
            </a:lvl3pPr>
            <a:lvl4pPr algn="l" rtl="0" eaLnBrk="1" fontAlgn="base" hangingPunct="1">
              <a:spcBef>
                <a:spcPct val="0"/>
              </a:spcBef>
              <a:spcAft>
                <a:spcPct val="0"/>
              </a:spcAft>
              <a:defRPr sz="2400" b="1">
                <a:solidFill>
                  <a:srgbClr val="003399"/>
                </a:solidFill>
                <a:latin typeface="Arial" pitchFamily="34" charset="0"/>
              </a:defRPr>
            </a:lvl4pPr>
            <a:lvl5pPr algn="l" rtl="0" eaLnBrk="1" fontAlgn="base" hangingPunct="1">
              <a:spcBef>
                <a:spcPct val="0"/>
              </a:spcBef>
              <a:spcAft>
                <a:spcPct val="0"/>
              </a:spcAft>
              <a:defRPr sz="2400" b="1">
                <a:solidFill>
                  <a:srgbClr val="003399"/>
                </a:solidFill>
                <a:latin typeface="Arial" pitchFamily="34" charset="0"/>
              </a:defRPr>
            </a:lvl5pPr>
            <a:lvl6pPr marL="457189" algn="l" rtl="0" eaLnBrk="1" fontAlgn="base" hangingPunct="1">
              <a:spcBef>
                <a:spcPct val="0"/>
              </a:spcBef>
              <a:spcAft>
                <a:spcPct val="0"/>
              </a:spcAft>
              <a:defRPr sz="2400" b="1">
                <a:solidFill>
                  <a:srgbClr val="003399"/>
                </a:solidFill>
                <a:latin typeface="Arial" pitchFamily="34" charset="0"/>
              </a:defRPr>
            </a:lvl6pPr>
            <a:lvl7pPr marL="914377" algn="l" rtl="0" eaLnBrk="1" fontAlgn="base" hangingPunct="1">
              <a:spcBef>
                <a:spcPct val="0"/>
              </a:spcBef>
              <a:spcAft>
                <a:spcPct val="0"/>
              </a:spcAft>
              <a:defRPr sz="2400" b="1">
                <a:solidFill>
                  <a:srgbClr val="003399"/>
                </a:solidFill>
                <a:latin typeface="Arial" pitchFamily="34" charset="0"/>
              </a:defRPr>
            </a:lvl7pPr>
            <a:lvl8pPr marL="1371566" algn="l" rtl="0" eaLnBrk="1" fontAlgn="base" hangingPunct="1">
              <a:spcBef>
                <a:spcPct val="0"/>
              </a:spcBef>
              <a:spcAft>
                <a:spcPct val="0"/>
              </a:spcAft>
              <a:defRPr sz="2400" b="1">
                <a:solidFill>
                  <a:srgbClr val="003399"/>
                </a:solidFill>
                <a:latin typeface="Arial" pitchFamily="34" charset="0"/>
              </a:defRPr>
            </a:lvl8pPr>
            <a:lvl9pPr marL="1828754" algn="l" rtl="0" eaLnBrk="1" fontAlgn="base" hangingPunct="1">
              <a:spcBef>
                <a:spcPct val="0"/>
              </a:spcBef>
              <a:spcAft>
                <a:spcPct val="0"/>
              </a:spcAft>
              <a:defRPr sz="2400" b="1">
                <a:solidFill>
                  <a:srgbClr val="003399"/>
                </a:solidFill>
                <a:latin typeface="Arial" pitchFamily="34" charset="0"/>
              </a:defRPr>
            </a:lvl9pPr>
          </a:lstStyle>
          <a:p>
            <a:pPr algn="ctr"/>
            <a:r>
              <a:rPr lang="en-US" sz="2000" i="1" kern="0" dirty="0">
                <a:solidFill>
                  <a:srgbClr val="7030A0"/>
                </a:solidFill>
              </a:rPr>
              <a:t>Human Machine Teaming</a:t>
            </a:r>
          </a:p>
        </p:txBody>
      </p:sp>
    </p:spTree>
    <p:extLst>
      <p:ext uri="{BB962C8B-B14F-4D97-AF65-F5344CB8AC3E}">
        <p14:creationId xmlns:p14="http://schemas.microsoft.com/office/powerpoint/2010/main" val="911449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52400" y="228600"/>
            <a:ext cx="8763000" cy="463550"/>
          </a:xfrm>
          <a:prstGeom prst="rect">
            <a:avLst/>
          </a:prstGeom>
        </p:spPr>
        <p:txBody>
          <a:bodyPr/>
          <a:lstStyle>
            <a:lvl1pPr algn="l" rtl="0" eaLnBrk="1" fontAlgn="base" hangingPunct="1">
              <a:spcBef>
                <a:spcPct val="0"/>
              </a:spcBef>
              <a:spcAft>
                <a:spcPct val="0"/>
              </a:spcAft>
              <a:defRPr sz="2400" b="1">
                <a:solidFill>
                  <a:srgbClr val="003478"/>
                </a:solidFill>
                <a:latin typeface="+mj-lt"/>
                <a:ea typeface="+mj-ea"/>
                <a:cs typeface="+mj-cs"/>
              </a:defRPr>
            </a:lvl1pPr>
            <a:lvl2pPr algn="l" rtl="0" eaLnBrk="1" fontAlgn="base" hangingPunct="1">
              <a:spcBef>
                <a:spcPct val="0"/>
              </a:spcBef>
              <a:spcAft>
                <a:spcPct val="0"/>
              </a:spcAft>
              <a:defRPr sz="2400" b="1">
                <a:solidFill>
                  <a:srgbClr val="003399"/>
                </a:solidFill>
                <a:latin typeface="Arial" pitchFamily="34" charset="0"/>
              </a:defRPr>
            </a:lvl2pPr>
            <a:lvl3pPr algn="l" rtl="0" eaLnBrk="1" fontAlgn="base" hangingPunct="1">
              <a:spcBef>
                <a:spcPct val="0"/>
              </a:spcBef>
              <a:spcAft>
                <a:spcPct val="0"/>
              </a:spcAft>
              <a:defRPr sz="2400" b="1">
                <a:solidFill>
                  <a:srgbClr val="003399"/>
                </a:solidFill>
                <a:latin typeface="Arial" pitchFamily="34" charset="0"/>
              </a:defRPr>
            </a:lvl3pPr>
            <a:lvl4pPr algn="l" rtl="0" eaLnBrk="1" fontAlgn="base" hangingPunct="1">
              <a:spcBef>
                <a:spcPct val="0"/>
              </a:spcBef>
              <a:spcAft>
                <a:spcPct val="0"/>
              </a:spcAft>
              <a:defRPr sz="2400" b="1">
                <a:solidFill>
                  <a:srgbClr val="003399"/>
                </a:solidFill>
                <a:latin typeface="Arial" pitchFamily="34" charset="0"/>
              </a:defRPr>
            </a:lvl4pPr>
            <a:lvl5pPr algn="l" rtl="0" eaLnBrk="1" fontAlgn="base" hangingPunct="1">
              <a:spcBef>
                <a:spcPct val="0"/>
              </a:spcBef>
              <a:spcAft>
                <a:spcPct val="0"/>
              </a:spcAft>
              <a:defRPr sz="2400" b="1">
                <a:solidFill>
                  <a:srgbClr val="003399"/>
                </a:solidFill>
                <a:latin typeface="Arial" pitchFamily="34" charset="0"/>
              </a:defRPr>
            </a:lvl5pPr>
            <a:lvl6pPr marL="457189" algn="l" rtl="0" eaLnBrk="1" fontAlgn="base" hangingPunct="1">
              <a:spcBef>
                <a:spcPct val="0"/>
              </a:spcBef>
              <a:spcAft>
                <a:spcPct val="0"/>
              </a:spcAft>
              <a:defRPr sz="2400" b="1">
                <a:solidFill>
                  <a:srgbClr val="003399"/>
                </a:solidFill>
                <a:latin typeface="Arial" pitchFamily="34" charset="0"/>
              </a:defRPr>
            </a:lvl6pPr>
            <a:lvl7pPr marL="914377" algn="l" rtl="0" eaLnBrk="1" fontAlgn="base" hangingPunct="1">
              <a:spcBef>
                <a:spcPct val="0"/>
              </a:spcBef>
              <a:spcAft>
                <a:spcPct val="0"/>
              </a:spcAft>
              <a:defRPr sz="2400" b="1">
                <a:solidFill>
                  <a:srgbClr val="003399"/>
                </a:solidFill>
                <a:latin typeface="Arial" pitchFamily="34" charset="0"/>
              </a:defRPr>
            </a:lvl7pPr>
            <a:lvl8pPr marL="1371566" algn="l" rtl="0" eaLnBrk="1" fontAlgn="base" hangingPunct="1">
              <a:spcBef>
                <a:spcPct val="0"/>
              </a:spcBef>
              <a:spcAft>
                <a:spcPct val="0"/>
              </a:spcAft>
              <a:defRPr sz="2400" b="1">
                <a:solidFill>
                  <a:srgbClr val="003399"/>
                </a:solidFill>
                <a:latin typeface="Arial" pitchFamily="34" charset="0"/>
              </a:defRPr>
            </a:lvl8pPr>
            <a:lvl9pPr marL="1828754" algn="l" rtl="0" eaLnBrk="1" fontAlgn="base" hangingPunct="1">
              <a:spcBef>
                <a:spcPct val="0"/>
              </a:spcBef>
              <a:spcAft>
                <a:spcPct val="0"/>
              </a:spcAft>
              <a:defRPr sz="2400" b="1">
                <a:solidFill>
                  <a:srgbClr val="003399"/>
                </a:solidFill>
                <a:latin typeface="Arial" pitchFamily="34" charset="0"/>
              </a:defRPr>
            </a:lvl9pPr>
          </a:lstStyle>
          <a:p>
            <a:pPr algn="ctr"/>
            <a:r>
              <a:rPr lang="en-US" sz="2600" kern="0" dirty="0"/>
              <a:t>Eye-Tracking</a:t>
            </a:r>
            <a:endParaRPr lang="en-US" kern="0" dirty="0"/>
          </a:p>
        </p:txBody>
      </p:sp>
      <p:pic>
        <p:nvPicPr>
          <p:cNvPr id="4" name="Picture 3"/>
          <p:cNvPicPr>
            <a:picLocks noChangeAspect="1"/>
          </p:cNvPicPr>
          <p:nvPr/>
        </p:nvPicPr>
        <p:blipFill rotWithShape="1">
          <a:blip r:embed="rId2"/>
          <a:srcRect l="32824" t="15975" r="19307" b="59818"/>
          <a:stretch/>
        </p:blipFill>
        <p:spPr>
          <a:xfrm>
            <a:off x="2421959" y="5176798"/>
            <a:ext cx="4595998" cy="1452602"/>
          </a:xfrm>
          <a:prstGeom prst="rect">
            <a:avLst/>
          </a:prstGeom>
        </p:spPr>
      </p:pic>
      <p:sp>
        <p:nvSpPr>
          <p:cNvPr id="5" name="Text Placeholder 3"/>
          <p:cNvSpPr txBox="1">
            <a:spLocks/>
          </p:cNvSpPr>
          <p:nvPr/>
        </p:nvSpPr>
        <p:spPr bwMode="auto">
          <a:xfrm>
            <a:off x="326694" y="1232487"/>
            <a:ext cx="8414412" cy="5244513"/>
          </a:xfrm>
          <a:prstGeom prst="rect">
            <a:avLst/>
          </a:prstGeom>
          <a:noFill/>
          <a:ln w="19050">
            <a:noFill/>
            <a:miter lim="800000"/>
            <a:headEnd/>
            <a:tailEnd/>
          </a:ln>
          <a:effectLst/>
        </p:spPr>
        <p:txBody>
          <a:bodyPr vert="horz" wrap="square" lIns="0" tIns="0" rIns="0" bIns="0" numCol="1" anchor="t" anchorCtr="0" compatLnSpc="1">
            <a:prstTxWarp prst="textNoShape">
              <a:avLst/>
            </a:prstTxWarp>
            <a:spAutoFit/>
          </a:bodyPr>
          <a:lstStyle>
            <a:lvl1pPr marL="222250" indent="-222250" algn="l" defTabSz="887413" rtl="0" eaLnBrk="1" fontAlgn="base" hangingPunct="1">
              <a:spcBef>
                <a:spcPct val="20000"/>
              </a:spcBef>
              <a:spcAft>
                <a:spcPct val="0"/>
              </a:spcAft>
              <a:buSzPct val="100000"/>
              <a:buChar char="•"/>
              <a:defRPr sz="2400" b="1">
                <a:solidFill>
                  <a:schemeClr val="bg2"/>
                </a:solidFill>
                <a:effectLst/>
                <a:latin typeface="+mn-lt"/>
                <a:ea typeface="ＭＳ Ｐゴシック" pitchFamily="-112" charset="-128"/>
                <a:cs typeface="ＭＳ Ｐゴシック" pitchFamily="-112" charset="-128"/>
              </a:defRPr>
            </a:lvl1pPr>
            <a:lvl2pPr marL="615950" indent="-279400" algn="l" defTabSz="887413" rtl="0" eaLnBrk="1" fontAlgn="base" hangingPunct="1">
              <a:spcBef>
                <a:spcPct val="20000"/>
              </a:spcBef>
              <a:spcAft>
                <a:spcPct val="0"/>
              </a:spcAft>
              <a:buSzPct val="100000"/>
              <a:buChar char="–"/>
              <a:defRPr sz="2400" b="1">
                <a:solidFill>
                  <a:schemeClr val="bg2"/>
                </a:solidFill>
                <a:effectLst/>
                <a:latin typeface="+mn-lt"/>
                <a:ea typeface="ＭＳ Ｐゴシック" pitchFamily="-112" charset="-128"/>
              </a:defRPr>
            </a:lvl2pPr>
            <a:lvl3pPr marL="998538" indent="-268288" algn="l" defTabSz="887413" rtl="0" eaLnBrk="1" fontAlgn="base" hangingPunct="1">
              <a:spcBef>
                <a:spcPct val="20000"/>
              </a:spcBef>
              <a:spcAft>
                <a:spcPct val="0"/>
              </a:spcAft>
              <a:buSzPct val="80000"/>
              <a:buChar char="•"/>
              <a:defRPr sz="2400" b="1">
                <a:solidFill>
                  <a:schemeClr val="bg2"/>
                </a:solidFill>
                <a:effectLst/>
                <a:latin typeface="+mn-lt"/>
                <a:ea typeface="ＭＳ Ｐゴシック" pitchFamily="-112" charset="-128"/>
              </a:defRPr>
            </a:lvl3pPr>
            <a:lvl4pPr marL="1550988" indent="-222250" algn="l" defTabSz="887413" rtl="0" eaLnBrk="1" fontAlgn="base" hangingPunct="1">
              <a:spcBef>
                <a:spcPct val="20000"/>
              </a:spcBef>
              <a:spcAft>
                <a:spcPct val="0"/>
              </a:spcAft>
              <a:buChar char="–"/>
              <a:defRPr sz="2000" b="1">
                <a:solidFill>
                  <a:schemeClr val="bg2"/>
                </a:solidFill>
                <a:effectLst/>
                <a:latin typeface="+mn-lt"/>
                <a:ea typeface="ＭＳ Ｐゴシック" pitchFamily="-112" charset="-128"/>
              </a:defRPr>
            </a:lvl4pPr>
            <a:lvl5pPr marL="1993900" indent="-222250" algn="l" defTabSz="887413" rtl="0" eaLnBrk="1" fontAlgn="base" hangingPunct="1">
              <a:spcBef>
                <a:spcPct val="20000"/>
              </a:spcBef>
              <a:spcAft>
                <a:spcPct val="0"/>
              </a:spcAft>
              <a:buChar char="»"/>
              <a:defRPr sz="2000" b="1">
                <a:solidFill>
                  <a:schemeClr val="bg2"/>
                </a:solidFill>
                <a:effectLst/>
                <a:latin typeface="+mn-lt"/>
                <a:ea typeface="ＭＳ Ｐゴシック" pitchFamily="-112" charset="-128"/>
              </a:defRPr>
            </a:lvl5pPr>
            <a:lvl6pPr marL="24511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6pPr>
            <a:lvl7pPr marL="29083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7pPr>
            <a:lvl8pPr marL="33655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8pPr>
            <a:lvl9pPr marL="38227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9pPr>
          </a:lstStyle>
          <a:p>
            <a:pPr marL="0" indent="0">
              <a:buClr>
                <a:srgbClr val="000000"/>
              </a:buClr>
              <a:buFont typeface="Wingdings" pitchFamily="2" charset="2"/>
              <a:buNone/>
            </a:pPr>
            <a:endParaRPr lang="en-US" sz="1200" dirty="0">
              <a:solidFill>
                <a:srgbClr val="000000"/>
              </a:solidFill>
            </a:endParaRPr>
          </a:p>
          <a:p>
            <a:pPr lvl="1">
              <a:spcBef>
                <a:spcPts val="0"/>
              </a:spcBef>
              <a:buClr>
                <a:srgbClr val="000000"/>
              </a:buClr>
              <a:buFont typeface="Arial" panose="020B0604020202020204" pitchFamily="34" charset="0"/>
              <a:buChar char="•"/>
            </a:pPr>
            <a:r>
              <a:rPr lang="en-US" sz="1600" b="0" dirty="0">
                <a:solidFill>
                  <a:srgbClr val="000000"/>
                </a:solidFill>
                <a:cs typeface="Arial" charset="0"/>
              </a:rPr>
              <a:t>Eye tracking sensors can accurately identify what the user is looking at (e.g., a word, an object on the screen or in a video…) </a:t>
            </a:r>
          </a:p>
          <a:p>
            <a:pPr lvl="2">
              <a:buClr>
                <a:srgbClr val="000000"/>
              </a:buClr>
              <a:buFont typeface="Arial" panose="020B0604020202020204" pitchFamily="34" charset="0"/>
              <a:buChar char="•"/>
            </a:pPr>
            <a:r>
              <a:rPr lang="en-US" sz="1600" b="0" dirty="0">
                <a:solidFill>
                  <a:srgbClr val="000000"/>
                </a:solidFill>
                <a:cs typeface="Arial" charset="0"/>
              </a:rPr>
              <a:t>Eye movement patterns and pupil dilation provide a window into the user’s thought processes</a:t>
            </a:r>
          </a:p>
          <a:p>
            <a:pPr lvl="2">
              <a:buClr>
                <a:srgbClr val="000000"/>
              </a:buClr>
              <a:buFont typeface="Arial" panose="020B0604020202020204" pitchFamily="34" charset="0"/>
              <a:buChar char="•"/>
            </a:pPr>
            <a:r>
              <a:rPr lang="en-US" sz="1600" b="0" dirty="0">
                <a:solidFill>
                  <a:srgbClr val="000000"/>
                </a:solidFill>
                <a:cs typeface="Arial" charset="0"/>
              </a:rPr>
              <a:t>Low cost eye tracking equipment is being developed for gaming, mobile phones, education, medical and neuro-marketing applications</a:t>
            </a:r>
          </a:p>
          <a:p>
            <a:pPr lvl="2">
              <a:buClr>
                <a:srgbClr val="000000"/>
              </a:buClr>
              <a:buFont typeface="Arial" panose="020B0604020202020204" pitchFamily="34" charset="0"/>
              <a:buChar char="•"/>
            </a:pPr>
            <a:r>
              <a:rPr lang="en-US" sz="1600" b="0" dirty="0">
                <a:solidFill>
                  <a:srgbClr val="000000"/>
                </a:solidFill>
                <a:cs typeface="Arial" charset="0"/>
              </a:rPr>
              <a:t>“with the advent of affordable eye trackers, there is a growing interest in pervasive attention-aware systems and interfaces that have the potential to revolutionize mainstream human technology interaction”</a:t>
            </a:r>
          </a:p>
          <a:p>
            <a:pPr lvl="3">
              <a:buClr>
                <a:srgbClr val="000000"/>
              </a:buClr>
              <a:buFont typeface="Arial" panose="020B0604020202020204" pitchFamily="34" charset="0"/>
              <a:buChar char="•"/>
            </a:pPr>
            <a:r>
              <a:rPr lang="en-US" sz="1200" b="0" dirty="0" err="1">
                <a:solidFill>
                  <a:srgbClr val="000000"/>
                </a:solidFill>
                <a:cs typeface="Arial" charset="0"/>
              </a:rPr>
              <a:t>Majaranta</a:t>
            </a:r>
            <a:r>
              <a:rPr lang="en-US" sz="1200" b="0" dirty="0">
                <a:solidFill>
                  <a:srgbClr val="000000"/>
                </a:solidFill>
                <a:cs typeface="Arial" charset="0"/>
              </a:rPr>
              <a:t>, P., &amp; Bulling, A. (2014). Eye tracking and eye-based human–computer interaction. In Advances in physiological computing (pp. 39-65). Springer London.</a:t>
            </a:r>
          </a:p>
          <a:p>
            <a:pPr lvl="2">
              <a:buClr>
                <a:srgbClr val="000000"/>
              </a:buClr>
              <a:buFont typeface="Arial" panose="020B0604020202020204" pitchFamily="34" charset="0"/>
              <a:buChar char="•"/>
            </a:pPr>
            <a:r>
              <a:rPr lang="en-US" sz="1600" b="0" dirty="0">
                <a:solidFill>
                  <a:srgbClr val="000000"/>
                </a:solidFill>
                <a:cs typeface="Arial" charset="0"/>
              </a:rPr>
              <a:t>Apple acquired </a:t>
            </a:r>
            <a:r>
              <a:rPr lang="en-US" sz="1600" b="0" dirty="0" err="1">
                <a:solidFill>
                  <a:srgbClr val="000000"/>
                </a:solidFill>
                <a:cs typeface="Arial" charset="0"/>
              </a:rPr>
              <a:t>SensorMotoric</a:t>
            </a:r>
            <a:r>
              <a:rPr lang="en-US" sz="1600" b="0" dirty="0">
                <a:solidFill>
                  <a:srgbClr val="000000"/>
                </a:solidFill>
                <a:cs typeface="Arial" charset="0"/>
              </a:rPr>
              <a:t> Instruments (SMI is a leading eye-tracking company)</a:t>
            </a:r>
          </a:p>
          <a:p>
            <a:pPr lvl="2">
              <a:buClr>
                <a:srgbClr val="000000"/>
              </a:buClr>
              <a:buFont typeface="Arial" panose="020B0604020202020204" pitchFamily="34" charset="0"/>
              <a:buChar char="•"/>
            </a:pPr>
            <a:r>
              <a:rPr lang="en-US" sz="1600" b="0" dirty="0">
                <a:solidFill>
                  <a:srgbClr val="000000"/>
                </a:solidFill>
                <a:cs typeface="Arial" charset="0"/>
              </a:rPr>
              <a:t>Oculus/Facebook acquired </a:t>
            </a:r>
            <a:r>
              <a:rPr lang="en-US" sz="1600" b="0" dirty="0" err="1">
                <a:solidFill>
                  <a:srgbClr val="000000"/>
                </a:solidFill>
                <a:cs typeface="Arial" charset="0"/>
              </a:rPr>
              <a:t>EyeTribe</a:t>
            </a:r>
            <a:r>
              <a:rPr lang="en-US" sz="1600" b="0" dirty="0">
                <a:solidFill>
                  <a:srgbClr val="000000"/>
                </a:solidFill>
                <a:cs typeface="Arial" charset="0"/>
              </a:rPr>
              <a:t> (makers of a $99 eye-tracking device)</a:t>
            </a:r>
          </a:p>
          <a:p>
            <a:pPr lvl="2">
              <a:buClr>
                <a:srgbClr val="000000"/>
              </a:buClr>
              <a:buFont typeface="Arial" panose="020B0604020202020204" pitchFamily="34" charset="0"/>
              <a:buChar char="•"/>
            </a:pPr>
            <a:r>
              <a:rPr lang="en-US" sz="1600" b="0" dirty="0">
                <a:solidFill>
                  <a:srgbClr val="000000"/>
                </a:solidFill>
                <a:cs typeface="Arial" charset="0"/>
              </a:rPr>
              <a:t>Google acquired </a:t>
            </a:r>
            <a:r>
              <a:rPr lang="en-US" sz="1600" b="0" dirty="0" err="1">
                <a:solidFill>
                  <a:srgbClr val="000000"/>
                </a:solidFill>
                <a:cs typeface="Arial" charset="0"/>
              </a:rPr>
              <a:t>Eyefluence</a:t>
            </a:r>
            <a:r>
              <a:rPr lang="en-US" sz="1600" b="0" dirty="0">
                <a:solidFill>
                  <a:srgbClr val="000000"/>
                </a:solidFill>
                <a:cs typeface="Arial" charset="0"/>
              </a:rPr>
              <a:t> (eye-tracking user interface)</a:t>
            </a:r>
          </a:p>
          <a:p>
            <a:pPr lvl="2">
              <a:buClr>
                <a:srgbClr val="000000"/>
              </a:buClr>
              <a:buFont typeface="Arial" panose="020B0604020202020204" pitchFamily="34" charset="0"/>
              <a:buChar char="•"/>
            </a:pPr>
            <a:endParaRPr lang="en-US" sz="1400" b="0" dirty="0">
              <a:solidFill>
                <a:srgbClr val="000000"/>
              </a:solidFill>
              <a:cs typeface="Arial" charset="0"/>
            </a:endParaRPr>
          </a:p>
          <a:p>
            <a:pPr lvl="2">
              <a:buClr>
                <a:srgbClr val="000000"/>
              </a:buClr>
              <a:buFont typeface="Arial" panose="020B0604020202020204" pitchFamily="34" charset="0"/>
              <a:buChar char="•"/>
            </a:pPr>
            <a:endParaRPr lang="en-US" sz="1400" b="0" dirty="0">
              <a:solidFill>
                <a:srgbClr val="000000"/>
              </a:solidFill>
              <a:cs typeface="Arial" charset="0"/>
            </a:endParaRPr>
          </a:p>
          <a:p>
            <a:pPr>
              <a:buClr>
                <a:srgbClr val="000000"/>
              </a:buClr>
              <a:buFont typeface="Arial" panose="020B0604020202020204" pitchFamily="34" charset="0"/>
              <a:buChar char="•"/>
            </a:pPr>
            <a:endParaRPr lang="en-US" sz="1600" b="0" dirty="0">
              <a:solidFill>
                <a:srgbClr val="000000"/>
              </a:solidFill>
              <a:cs typeface="+mn-cs"/>
            </a:endParaRPr>
          </a:p>
          <a:p>
            <a:pPr lvl="1">
              <a:buClr>
                <a:srgbClr val="000000"/>
              </a:buClr>
              <a:buFont typeface="Arial" panose="020B0604020202020204" pitchFamily="34" charset="0"/>
              <a:buChar char="•"/>
            </a:pPr>
            <a:endParaRPr lang="en-US" sz="1600" b="0" dirty="0">
              <a:solidFill>
                <a:srgbClr val="000000"/>
              </a:solidFill>
              <a:cs typeface="Arial" charset="0"/>
            </a:endParaRPr>
          </a:p>
          <a:p>
            <a:pPr lvl="1">
              <a:buClr>
                <a:srgbClr val="000000"/>
              </a:buClr>
              <a:buFont typeface="Arial" panose="020B0604020202020204" pitchFamily="34" charset="0"/>
              <a:buChar char="•"/>
            </a:pPr>
            <a:endParaRPr lang="en-US" sz="1600" b="0" dirty="0">
              <a:solidFill>
                <a:srgbClr val="000000"/>
              </a:solidFill>
              <a:cs typeface="Arial" charset="0"/>
            </a:endParaRPr>
          </a:p>
        </p:txBody>
      </p:sp>
      <p:pic>
        <p:nvPicPr>
          <p:cNvPr id="6" name="Picture 5"/>
          <p:cNvPicPr>
            <a:picLocks noChangeAspect="1"/>
          </p:cNvPicPr>
          <p:nvPr/>
        </p:nvPicPr>
        <p:blipFill rotWithShape="1">
          <a:blip r:embed="rId3" cstate="print">
            <a:extLst>
              <a:ext uri="{28A0092B-C50C-407E-A947-70E740481C1C}">
                <a14:useLocalDpi xmlns:a14="http://schemas.microsoft.com/office/drawing/2010/main" val="0"/>
              </a:ext>
            </a:extLst>
          </a:blip>
          <a:srcRect r="41495"/>
          <a:stretch/>
        </p:blipFill>
        <p:spPr>
          <a:xfrm>
            <a:off x="171995" y="67732"/>
            <a:ext cx="1712511" cy="1168977"/>
          </a:xfrm>
          <a:prstGeom prst="rect">
            <a:avLst/>
          </a:prstGeom>
        </p:spPr>
      </p:pic>
      <p:pic>
        <p:nvPicPr>
          <p:cNvPr id="7" name="Picture 6"/>
          <p:cNvPicPr>
            <a:picLocks noChangeAspect="1"/>
          </p:cNvPicPr>
          <p:nvPr/>
        </p:nvPicPr>
        <p:blipFill rotWithShape="1">
          <a:blip r:embed="rId4" cstate="print">
            <a:extLst>
              <a:ext uri="{28A0092B-C50C-407E-A947-70E740481C1C}">
                <a14:useLocalDpi xmlns:a14="http://schemas.microsoft.com/office/drawing/2010/main" val="0"/>
              </a:ext>
            </a:extLst>
          </a:blip>
          <a:srcRect r="48785"/>
          <a:stretch/>
        </p:blipFill>
        <p:spPr>
          <a:xfrm>
            <a:off x="7467600" y="76201"/>
            <a:ext cx="1499124" cy="1168977"/>
          </a:xfrm>
          <a:prstGeom prst="rect">
            <a:avLst/>
          </a:prstGeom>
        </p:spPr>
      </p:pic>
      <p:sp>
        <p:nvSpPr>
          <p:cNvPr id="8" name="Footer Placeholder 7"/>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431210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066800" y="289726"/>
            <a:ext cx="7086600" cy="632724"/>
          </a:xfrm>
          <a:prstGeom prst="rect">
            <a:avLst/>
          </a:prstGeom>
        </p:spPr>
        <p:txBody>
          <a:bodyPr/>
          <a:lstStyle>
            <a:lvl1pPr algn="l" rtl="0" eaLnBrk="1" fontAlgn="base" hangingPunct="1">
              <a:spcBef>
                <a:spcPct val="0"/>
              </a:spcBef>
              <a:spcAft>
                <a:spcPct val="0"/>
              </a:spcAft>
              <a:defRPr sz="2400" b="1">
                <a:solidFill>
                  <a:srgbClr val="003478"/>
                </a:solidFill>
                <a:latin typeface="+mj-lt"/>
                <a:ea typeface="+mj-ea"/>
                <a:cs typeface="+mj-cs"/>
              </a:defRPr>
            </a:lvl1pPr>
            <a:lvl2pPr algn="l" rtl="0" eaLnBrk="1" fontAlgn="base" hangingPunct="1">
              <a:spcBef>
                <a:spcPct val="0"/>
              </a:spcBef>
              <a:spcAft>
                <a:spcPct val="0"/>
              </a:spcAft>
              <a:defRPr sz="2400" b="1">
                <a:solidFill>
                  <a:srgbClr val="003399"/>
                </a:solidFill>
                <a:latin typeface="Arial" pitchFamily="34" charset="0"/>
              </a:defRPr>
            </a:lvl2pPr>
            <a:lvl3pPr algn="l" rtl="0" eaLnBrk="1" fontAlgn="base" hangingPunct="1">
              <a:spcBef>
                <a:spcPct val="0"/>
              </a:spcBef>
              <a:spcAft>
                <a:spcPct val="0"/>
              </a:spcAft>
              <a:defRPr sz="2400" b="1">
                <a:solidFill>
                  <a:srgbClr val="003399"/>
                </a:solidFill>
                <a:latin typeface="Arial" pitchFamily="34" charset="0"/>
              </a:defRPr>
            </a:lvl3pPr>
            <a:lvl4pPr algn="l" rtl="0" eaLnBrk="1" fontAlgn="base" hangingPunct="1">
              <a:spcBef>
                <a:spcPct val="0"/>
              </a:spcBef>
              <a:spcAft>
                <a:spcPct val="0"/>
              </a:spcAft>
              <a:defRPr sz="2400" b="1">
                <a:solidFill>
                  <a:srgbClr val="003399"/>
                </a:solidFill>
                <a:latin typeface="Arial" pitchFamily="34" charset="0"/>
              </a:defRPr>
            </a:lvl4pPr>
            <a:lvl5pPr algn="l" rtl="0" eaLnBrk="1" fontAlgn="base" hangingPunct="1">
              <a:spcBef>
                <a:spcPct val="0"/>
              </a:spcBef>
              <a:spcAft>
                <a:spcPct val="0"/>
              </a:spcAft>
              <a:defRPr sz="2400" b="1">
                <a:solidFill>
                  <a:srgbClr val="003399"/>
                </a:solidFill>
                <a:latin typeface="Arial" pitchFamily="34" charset="0"/>
              </a:defRPr>
            </a:lvl5pPr>
            <a:lvl6pPr marL="457189" algn="l" rtl="0" eaLnBrk="1" fontAlgn="base" hangingPunct="1">
              <a:spcBef>
                <a:spcPct val="0"/>
              </a:spcBef>
              <a:spcAft>
                <a:spcPct val="0"/>
              </a:spcAft>
              <a:defRPr sz="2400" b="1">
                <a:solidFill>
                  <a:srgbClr val="003399"/>
                </a:solidFill>
                <a:latin typeface="Arial" pitchFamily="34" charset="0"/>
              </a:defRPr>
            </a:lvl6pPr>
            <a:lvl7pPr marL="914377" algn="l" rtl="0" eaLnBrk="1" fontAlgn="base" hangingPunct="1">
              <a:spcBef>
                <a:spcPct val="0"/>
              </a:spcBef>
              <a:spcAft>
                <a:spcPct val="0"/>
              </a:spcAft>
              <a:defRPr sz="2400" b="1">
                <a:solidFill>
                  <a:srgbClr val="003399"/>
                </a:solidFill>
                <a:latin typeface="Arial" pitchFamily="34" charset="0"/>
              </a:defRPr>
            </a:lvl7pPr>
            <a:lvl8pPr marL="1371566" algn="l" rtl="0" eaLnBrk="1" fontAlgn="base" hangingPunct="1">
              <a:spcBef>
                <a:spcPct val="0"/>
              </a:spcBef>
              <a:spcAft>
                <a:spcPct val="0"/>
              </a:spcAft>
              <a:defRPr sz="2400" b="1">
                <a:solidFill>
                  <a:srgbClr val="003399"/>
                </a:solidFill>
                <a:latin typeface="Arial" pitchFamily="34" charset="0"/>
              </a:defRPr>
            </a:lvl8pPr>
            <a:lvl9pPr marL="1828754" algn="l" rtl="0" eaLnBrk="1" fontAlgn="base" hangingPunct="1">
              <a:spcBef>
                <a:spcPct val="0"/>
              </a:spcBef>
              <a:spcAft>
                <a:spcPct val="0"/>
              </a:spcAft>
              <a:defRPr sz="2400" b="1">
                <a:solidFill>
                  <a:srgbClr val="003399"/>
                </a:solidFill>
                <a:latin typeface="Arial" pitchFamily="34" charset="0"/>
              </a:defRPr>
            </a:lvl9pPr>
          </a:lstStyle>
          <a:p>
            <a:pPr algn="ctr"/>
            <a:r>
              <a:rPr lang="en-US" sz="2600" kern="0" dirty="0"/>
              <a:t>Eye-Tracking for Adaptive UI</a:t>
            </a:r>
            <a:endParaRPr lang="en-US" kern="0" dirty="0"/>
          </a:p>
        </p:txBody>
      </p:sp>
      <p:sp>
        <p:nvSpPr>
          <p:cNvPr id="3" name="TextBox 2"/>
          <p:cNvSpPr txBox="1"/>
          <p:nvPr/>
        </p:nvSpPr>
        <p:spPr>
          <a:xfrm>
            <a:off x="336064" y="838200"/>
            <a:ext cx="8714154" cy="2267287"/>
          </a:xfrm>
          <a:prstGeom prst="rect">
            <a:avLst/>
          </a:prstGeom>
          <a:noFill/>
        </p:spPr>
        <p:txBody>
          <a:bodyPr wrap="square" rtlCol="0">
            <a:spAutoFit/>
          </a:bodyPr>
          <a:lstStyle/>
          <a:p>
            <a:pPr marL="182880" indent="-182880" fontAlgn="base">
              <a:spcBef>
                <a:spcPts val="600"/>
              </a:spcBef>
              <a:spcAft>
                <a:spcPct val="0"/>
              </a:spcAft>
              <a:buFont typeface="Arial" panose="020B0604020202020204" pitchFamily="34" charset="0"/>
              <a:buChar char="•"/>
            </a:pPr>
            <a:r>
              <a:rPr lang="en-US" sz="1600" dirty="0">
                <a:solidFill>
                  <a:srgbClr val="7030A0"/>
                </a:solidFill>
              </a:rPr>
              <a:t>Conduct experiments </a:t>
            </a:r>
            <a:r>
              <a:rPr lang="en-US" sz="1600" dirty="0">
                <a:solidFill>
                  <a:srgbClr val="000000"/>
                </a:solidFill>
              </a:rPr>
              <a:t>with human subjects to identify </a:t>
            </a:r>
            <a:r>
              <a:rPr lang="en-US" sz="1600" dirty="0">
                <a:solidFill>
                  <a:srgbClr val="7030A0"/>
                </a:solidFill>
              </a:rPr>
              <a:t>eye tracking measures </a:t>
            </a:r>
            <a:r>
              <a:rPr lang="en-US" sz="1600" dirty="0">
                <a:solidFill>
                  <a:srgbClr val="000000"/>
                </a:solidFill>
              </a:rPr>
              <a:t>that can guide UI adaptation </a:t>
            </a:r>
          </a:p>
          <a:p>
            <a:pPr marL="640080" lvl="1" indent="-182880" fontAlgn="base">
              <a:spcBef>
                <a:spcPts val="200"/>
              </a:spcBef>
              <a:spcAft>
                <a:spcPct val="0"/>
              </a:spcAft>
              <a:buFont typeface="Arial" panose="020B0604020202020204" pitchFamily="34" charset="0"/>
              <a:buChar char="•"/>
            </a:pPr>
            <a:r>
              <a:rPr lang="en-US" sz="1600" dirty="0">
                <a:solidFill>
                  <a:srgbClr val="000000"/>
                </a:solidFill>
              </a:rPr>
              <a:t>e.g. eye movement patterns and dynamics of pupil dilation</a:t>
            </a:r>
          </a:p>
          <a:p>
            <a:pPr marL="182880" indent="-182880" fontAlgn="base">
              <a:spcBef>
                <a:spcPts val="600"/>
              </a:spcBef>
              <a:spcAft>
                <a:spcPct val="0"/>
              </a:spcAft>
              <a:buFont typeface="Arial" panose="020B0604020202020204" pitchFamily="34" charset="0"/>
              <a:buChar char="•"/>
            </a:pPr>
            <a:r>
              <a:rPr lang="en-US" sz="1600" dirty="0">
                <a:solidFill>
                  <a:srgbClr val="000000"/>
                </a:solidFill>
              </a:rPr>
              <a:t>Design adaptive user interfaces for </a:t>
            </a:r>
            <a:r>
              <a:rPr lang="en-US" sz="1600" dirty="0">
                <a:solidFill>
                  <a:srgbClr val="7030A0"/>
                </a:solidFill>
              </a:rPr>
              <a:t>ISR</a:t>
            </a:r>
            <a:r>
              <a:rPr lang="en-US" sz="1600" dirty="0">
                <a:solidFill>
                  <a:srgbClr val="000000"/>
                </a:solidFill>
              </a:rPr>
              <a:t>, C2 and pilot training scenarios. Examples: </a:t>
            </a:r>
          </a:p>
          <a:p>
            <a:pPr marL="640080" lvl="1" indent="-182880" fontAlgn="base">
              <a:spcBef>
                <a:spcPts val="200"/>
              </a:spcBef>
              <a:spcAft>
                <a:spcPct val="0"/>
              </a:spcAft>
              <a:buFont typeface="Arial" panose="020B0604020202020204" pitchFamily="34" charset="0"/>
              <a:buChar char="•"/>
            </a:pPr>
            <a:r>
              <a:rPr lang="en-US" sz="1600" dirty="0">
                <a:solidFill>
                  <a:srgbClr val="000000"/>
                </a:solidFill>
              </a:rPr>
              <a:t>if an operator is looking at a specific geospatial location then the system could </a:t>
            </a:r>
            <a:r>
              <a:rPr lang="en-US" sz="1600" dirty="0">
                <a:solidFill>
                  <a:srgbClr val="7030A0"/>
                </a:solidFill>
              </a:rPr>
              <a:t>proactively retrieve </a:t>
            </a:r>
            <a:r>
              <a:rPr lang="en-US" sz="1600" dirty="0">
                <a:solidFill>
                  <a:srgbClr val="000000"/>
                </a:solidFill>
              </a:rPr>
              <a:t>relevant activity reports or dispatch a small UAV to collect video. </a:t>
            </a:r>
          </a:p>
          <a:p>
            <a:pPr marL="640080" lvl="1" indent="-182880" fontAlgn="base">
              <a:spcAft>
                <a:spcPct val="0"/>
              </a:spcAft>
              <a:buFont typeface="Arial" panose="020B0604020202020204" pitchFamily="34" charset="0"/>
              <a:buChar char="•"/>
            </a:pPr>
            <a:r>
              <a:rPr lang="en-US" sz="1600" dirty="0">
                <a:solidFill>
                  <a:srgbClr val="000000"/>
                </a:solidFill>
              </a:rPr>
              <a:t>a training system would determine if the gaze patterns are consistent with the training context. </a:t>
            </a:r>
          </a:p>
          <a:p>
            <a:pPr marL="182880" indent="-182880" fontAlgn="base">
              <a:spcBef>
                <a:spcPts val="600"/>
              </a:spcBef>
              <a:spcAft>
                <a:spcPct val="0"/>
              </a:spcAft>
              <a:buFont typeface="Arial" panose="020B0604020202020204" pitchFamily="34" charset="0"/>
              <a:buChar char="•"/>
            </a:pPr>
            <a:r>
              <a:rPr lang="en-US" sz="1600" dirty="0">
                <a:solidFill>
                  <a:srgbClr val="000000"/>
                </a:solidFill>
              </a:rPr>
              <a:t>Develop </a:t>
            </a:r>
            <a:r>
              <a:rPr lang="en-US" sz="1600" dirty="0">
                <a:solidFill>
                  <a:srgbClr val="7030A0"/>
                </a:solidFill>
              </a:rPr>
              <a:t>algorithms </a:t>
            </a:r>
            <a:r>
              <a:rPr lang="en-US" sz="1600" dirty="0">
                <a:solidFill>
                  <a:srgbClr val="000000"/>
                </a:solidFill>
              </a:rPr>
              <a:t>to interpret eye tracking data and correlate it with user information needs </a:t>
            </a:r>
          </a:p>
        </p:txBody>
      </p:sp>
      <p:sp>
        <p:nvSpPr>
          <p:cNvPr id="4" name="Rectangle 38"/>
          <p:cNvSpPr>
            <a:spLocks noChangeArrowheads="1"/>
          </p:cNvSpPr>
          <p:nvPr/>
        </p:nvSpPr>
        <p:spPr bwMode="auto">
          <a:xfrm>
            <a:off x="3086326" y="4213565"/>
            <a:ext cx="1153930" cy="504987"/>
          </a:xfrm>
          <a:prstGeom prst="rect">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headEnd/>
            <a:tailEnd/>
          </a:ln>
          <a:effectLst>
            <a:outerShdw blurRad="50800" dist="38100" dir="2700000" algn="tl" rotWithShape="0">
              <a:prstClr val="black">
                <a:alpha val="40000"/>
              </a:prst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rgbClr val="000000"/>
                </a:solidFill>
                <a:latin typeface="Calibri" panose="020F0502020204030204"/>
                <a:cs typeface="Arial" panose="020B0604020202020204" pitchFamily="34" charset="0"/>
              </a:rPr>
              <a:t>Prepare3D</a:t>
            </a:r>
          </a:p>
        </p:txBody>
      </p:sp>
      <p:pic>
        <p:nvPicPr>
          <p:cNvPr id="5" name="Picture 4"/>
          <p:cNvPicPr>
            <a:picLocks noChangeAspect="1"/>
          </p:cNvPicPr>
          <p:nvPr/>
        </p:nvPicPr>
        <p:blipFill>
          <a:blip r:embed="rId2">
            <a:duotone>
              <a:srgbClr val="70AD47">
                <a:shade val="45000"/>
                <a:satMod val="135000"/>
              </a:srgbClr>
              <a:prstClr val="white"/>
            </a:duotone>
            <a:extLst>
              <a:ext uri="{28A0092B-C50C-407E-A947-70E740481C1C}">
                <a14:useLocalDpi xmlns:a14="http://schemas.microsoft.com/office/drawing/2010/main" val="0"/>
              </a:ext>
            </a:extLst>
          </a:blip>
          <a:stretch>
            <a:fillRect/>
          </a:stretch>
        </p:blipFill>
        <p:spPr>
          <a:xfrm>
            <a:off x="984924" y="3749566"/>
            <a:ext cx="1328818" cy="1328818"/>
          </a:xfrm>
          <a:prstGeom prst="rect">
            <a:avLst/>
          </a:prstGeom>
        </p:spPr>
      </p:pic>
      <p:cxnSp>
        <p:nvCxnSpPr>
          <p:cNvPr id="6" name="Straight Arrow Connector 5"/>
          <p:cNvCxnSpPr>
            <a:endCxn id="13" idx="1"/>
          </p:cNvCxnSpPr>
          <p:nvPr/>
        </p:nvCxnSpPr>
        <p:spPr bwMode="auto">
          <a:xfrm flipV="1">
            <a:off x="1656849" y="3567268"/>
            <a:ext cx="1406987" cy="213710"/>
          </a:xfrm>
          <a:prstGeom prst="straightConnector1">
            <a:avLst/>
          </a:prstGeom>
          <a:noFill/>
          <a:ln w="15875" cap="flat" cmpd="sng" algn="ctr">
            <a:solidFill>
              <a:srgbClr val="000000"/>
            </a:solidFill>
            <a:prstDash val="solid"/>
            <a:headEnd type="none" w="med" len="med"/>
            <a:tailEnd type="triangle" w="lg" len="med"/>
          </a:ln>
          <a:effectLst/>
        </p:spPr>
      </p:cxnSp>
      <p:sp>
        <p:nvSpPr>
          <p:cNvPr id="7" name="TextBox 6"/>
          <p:cNvSpPr txBox="1"/>
          <p:nvPr/>
        </p:nvSpPr>
        <p:spPr>
          <a:xfrm>
            <a:off x="5064329" y="3240654"/>
            <a:ext cx="821956" cy="307777"/>
          </a:xfrm>
          <a:prstGeom prst="rect">
            <a:avLst/>
          </a:prstGeom>
          <a:noFill/>
        </p:spPr>
        <p:txBody>
          <a:bodyPr wrap="none" rtlCol="0">
            <a:spAutoFit/>
          </a:bodyPr>
          <a:lstStyle/>
          <a:p>
            <a:r>
              <a:rPr lang="en-US" sz="1400" dirty="0">
                <a:solidFill>
                  <a:prstClr val="black"/>
                </a:solidFill>
                <a:latin typeface="Calibri" panose="020F0502020204030204"/>
              </a:rPr>
              <a:t>raw data</a:t>
            </a:r>
          </a:p>
        </p:txBody>
      </p:sp>
      <p:cxnSp>
        <p:nvCxnSpPr>
          <p:cNvPr id="8" name="Straight Arrow Connector 7"/>
          <p:cNvCxnSpPr>
            <a:cxnSpLocks noChangeAspect="1"/>
          </p:cNvCxnSpPr>
          <p:nvPr/>
        </p:nvCxnSpPr>
        <p:spPr bwMode="auto">
          <a:xfrm>
            <a:off x="4240256" y="3568280"/>
            <a:ext cx="2332024" cy="0"/>
          </a:xfrm>
          <a:prstGeom prst="straightConnector1">
            <a:avLst/>
          </a:prstGeom>
          <a:noFill/>
          <a:ln w="15875" cap="flat" cmpd="sng" algn="ctr">
            <a:solidFill>
              <a:srgbClr val="000000"/>
            </a:solidFill>
            <a:prstDash val="solid"/>
            <a:headEnd type="none" w="med" len="med"/>
            <a:tailEnd type="triangle" w="lg" len="med"/>
          </a:ln>
          <a:effectLst/>
        </p:spPr>
      </p:cxnSp>
      <p:sp>
        <p:nvSpPr>
          <p:cNvPr id="9" name="Rectangle 38"/>
          <p:cNvSpPr>
            <a:spLocks noChangeArrowheads="1"/>
          </p:cNvSpPr>
          <p:nvPr/>
        </p:nvSpPr>
        <p:spPr bwMode="auto">
          <a:xfrm>
            <a:off x="6572280" y="3248860"/>
            <a:ext cx="1371096" cy="609032"/>
          </a:xfrm>
          <a:prstGeom prst="rect">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headEnd/>
            <a:tailEnd/>
          </a:ln>
          <a:effectLst>
            <a:outerShdw blurRad="50800" dist="38100" dir="2700000" algn="tl" rotWithShape="0">
              <a:prstClr val="black">
                <a:alpha val="40000"/>
              </a:prst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rgbClr val="000000"/>
                </a:solidFill>
                <a:latin typeface="Calibri" panose="020F0502020204030204"/>
                <a:cs typeface="Arial" panose="020B0604020202020204" pitchFamily="34" charset="0"/>
              </a:rPr>
              <a:t>Data collection</a:t>
            </a:r>
          </a:p>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rgbClr val="000000"/>
                </a:solidFill>
                <a:latin typeface="Calibri" panose="020F0502020204030204"/>
                <a:cs typeface="Arial" panose="020B0604020202020204" pitchFamily="34" charset="0"/>
              </a:rPr>
              <a:t>and analysis </a:t>
            </a:r>
          </a:p>
        </p:txBody>
      </p:sp>
      <p:cxnSp>
        <p:nvCxnSpPr>
          <p:cNvPr id="10" name="Straight Arrow Connector 9"/>
          <p:cNvCxnSpPr>
            <a:cxnSpLocks noChangeAspect="1"/>
          </p:cNvCxnSpPr>
          <p:nvPr/>
        </p:nvCxnSpPr>
        <p:spPr bwMode="auto">
          <a:xfrm flipH="1">
            <a:off x="4240256" y="4481688"/>
            <a:ext cx="2332024" cy="0"/>
          </a:xfrm>
          <a:prstGeom prst="straightConnector1">
            <a:avLst/>
          </a:prstGeom>
          <a:noFill/>
          <a:ln w="15875" cap="flat" cmpd="sng" algn="ctr">
            <a:solidFill>
              <a:srgbClr val="000000"/>
            </a:solidFill>
            <a:prstDash val="solid"/>
            <a:headEnd type="none" w="med" len="med"/>
            <a:tailEnd type="triangle" w="lg" len="med"/>
          </a:ln>
          <a:effectLst/>
        </p:spPr>
      </p:cxnSp>
      <p:sp>
        <p:nvSpPr>
          <p:cNvPr id="11" name="TextBox 10"/>
          <p:cNvSpPr txBox="1"/>
          <p:nvPr/>
        </p:nvSpPr>
        <p:spPr>
          <a:xfrm>
            <a:off x="3663291" y="4845426"/>
            <a:ext cx="870751" cy="307777"/>
          </a:xfrm>
          <a:prstGeom prst="rect">
            <a:avLst/>
          </a:prstGeom>
          <a:noFill/>
        </p:spPr>
        <p:txBody>
          <a:bodyPr wrap="none" rtlCol="0">
            <a:spAutoFit/>
          </a:bodyPr>
          <a:lstStyle/>
          <a:p>
            <a:r>
              <a:rPr lang="en-US" sz="1400" dirty="0">
                <a:solidFill>
                  <a:prstClr val="black"/>
                </a:solidFill>
                <a:latin typeface="Calibri" panose="020F0502020204030204"/>
              </a:rPr>
              <a:t>scenarios</a:t>
            </a:r>
          </a:p>
        </p:txBody>
      </p:sp>
      <p:cxnSp>
        <p:nvCxnSpPr>
          <p:cNvPr id="12" name="Straight Arrow Connector 11"/>
          <p:cNvCxnSpPr/>
          <p:nvPr/>
        </p:nvCxnSpPr>
        <p:spPr bwMode="auto">
          <a:xfrm flipH="1" flipV="1">
            <a:off x="2177289" y="4212873"/>
            <a:ext cx="909037" cy="268816"/>
          </a:xfrm>
          <a:prstGeom prst="straightConnector1">
            <a:avLst/>
          </a:prstGeom>
          <a:noFill/>
          <a:ln w="15875" cap="flat" cmpd="sng" algn="ctr">
            <a:solidFill>
              <a:srgbClr val="000000"/>
            </a:solidFill>
            <a:prstDash val="solid"/>
            <a:headEnd type="none" w="med" len="med"/>
            <a:tailEnd type="triangle" w="lg" len="med"/>
          </a:ln>
          <a:effectLst/>
        </p:spPr>
      </p:cxnSp>
      <p:sp>
        <p:nvSpPr>
          <p:cNvPr id="13" name="Rectangle 38"/>
          <p:cNvSpPr>
            <a:spLocks noChangeArrowheads="1"/>
          </p:cNvSpPr>
          <p:nvPr/>
        </p:nvSpPr>
        <p:spPr bwMode="auto">
          <a:xfrm>
            <a:off x="3063836" y="3314774"/>
            <a:ext cx="1153930" cy="504987"/>
          </a:xfrm>
          <a:prstGeom prst="rect">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headEnd/>
            <a:tailEnd/>
          </a:ln>
          <a:effectLst>
            <a:outerShdw blurRad="50800" dist="38100" dir="2700000" algn="tl" rotWithShape="0">
              <a:prstClr val="black">
                <a:alpha val="40000"/>
              </a:prst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rgbClr val="000000"/>
                </a:solidFill>
                <a:latin typeface="Calibri" panose="020F0502020204030204"/>
                <a:cs typeface="Arial" panose="020B0604020202020204" pitchFamily="34" charset="0"/>
              </a:rPr>
              <a:t>Eye-tracker</a:t>
            </a:r>
          </a:p>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rgbClr val="000000"/>
                </a:solidFill>
                <a:latin typeface="Calibri" panose="020F0502020204030204"/>
                <a:cs typeface="Arial" panose="020B0604020202020204" pitchFamily="34" charset="0"/>
              </a:rPr>
              <a:t>and camera</a:t>
            </a:r>
          </a:p>
        </p:txBody>
      </p:sp>
      <p:sp>
        <p:nvSpPr>
          <p:cNvPr id="14" name="Rectangle 38"/>
          <p:cNvSpPr>
            <a:spLocks noChangeArrowheads="1"/>
          </p:cNvSpPr>
          <p:nvPr/>
        </p:nvSpPr>
        <p:spPr bwMode="auto">
          <a:xfrm>
            <a:off x="6572280" y="4156059"/>
            <a:ext cx="1371096" cy="609032"/>
          </a:xfrm>
          <a:prstGeom prst="rect">
            <a:avLst/>
          </a:prstGeom>
          <a:gradFill rotWithShape="1">
            <a:gsLst>
              <a:gs pos="0">
                <a:srgbClr val="4472C4">
                  <a:lumMod val="110000"/>
                  <a:satMod val="105000"/>
                  <a:tint val="67000"/>
                </a:srgbClr>
              </a:gs>
              <a:gs pos="50000">
                <a:srgbClr val="4472C4">
                  <a:lumMod val="105000"/>
                  <a:satMod val="103000"/>
                  <a:tint val="73000"/>
                </a:srgbClr>
              </a:gs>
              <a:gs pos="100000">
                <a:srgbClr val="4472C4">
                  <a:lumMod val="105000"/>
                  <a:satMod val="109000"/>
                  <a:tint val="81000"/>
                </a:srgbClr>
              </a:gs>
            </a:gsLst>
            <a:lin ang="5400000" scaled="0"/>
          </a:gradFill>
          <a:ln w="6350" cap="flat" cmpd="sng" algn="ctr">
            <a:solidFill>
              <a:srgbClr val="4472C4"/>
            </a:solidFill>
            <a:prstDash val="solid"/>
            <a:miter lim="800000"/>
            <a:headEnd/>
            <a:tailEnd/>
          </a:ln>
          <a:effectLst>
            <a:outerShdw blurRad="50800" dist="38100" dir="2700000" algn="tl" rotWithShape="0">
              <a:prstClr val="black">
                <a:alpha val="40000"/>
              </a:prst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rgbClr val="000000"/>
                </a:solidFill>
                <a:latin typeface="Calibri" panose="020F0502020204030204"/>
                <a:cs typeface="Arial" panose="020B0604020202020204" pitchFamily="34" charset="0"/>
              </a:rPr>
              <a:t>UI adaptation</a:t>
            </a:r>
          </a:p>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rgbClr val="000000"/>
                </a:solidFill>
                <a:latin typeface="Calibri" panose="020F0502020204030204"/>
                <a:cs typeface="Arial" panose="020B0604020202020204" pitchFamily="34" charset="0"/>
              </a:rPr>
              <a:t>control</a:t>
            </a:r>
          </a:p>
        </p:txBody>
      </p:sp>
      <p:cxnSp>
        <p:nvCxnSpPr>
          <p:cNvPr id="15" name="Straight Arrow Connector 14"/>
          <p:cNvCxnSpPr>
            <a:cxnSpLocks noChangeAspect="1"/>
          </p:cNvCxnSpPr>
          <p:nvPr/>
        </p:nvCxnSpPr>
        <p:spPr bwMode="auto">
          <a:xfrm flipV="1">
            <a:off x="3663291" y="4718553"/>
            <a:ext cx="0" cy="504986"/>
          </a:xfrm>
          <a:prstGeom prst="straightConnector1">
            <a:avLst/>
          </a:prstGeom>
          <a:noFill/>
          <a:ln w="15875" cap="flat" cmpd="sng" algn="ctr">
            <a:solidFill>
              <a:srgbClr val="000000"/>
            </a:solidFill>
            <a:prstDash val="solid"/>
            <a:headEnd type="none" w="med" len="med"/>
            <a:tailEnd type="triangle" w="lg" len="med"/>
          </a:ln>
          <a:effectLst/>
        </p:spPr>
      </p:cxnSp>
      <p:cxnSp>
        <p:nvCxnSpPr>
          <p:cNvPr id="16" name="Straight Arrow Connector 15"/>
          <p:cNvCxnSpPr>
            <a:cxnSpLocks noChangeAspect="1"/>
            <a:endCxn id="14" idx="0"/>
          </p:cNvCxnSpPr>
          <p:nvPr/>
        </p:nvCxnSpPr>
        <p:spPr bwMode="auto">
          <a:xfrm>
            <a:off x="7257828" y="3866438"/>
            <a:ext cx="0" cy="289621"/>
          </a:xfrm>
          <a:prstGeom prst="straightConnector1">
            <a:avLst/>
          </a:prstGeom>
          <a:noFill/>
          <a:ln w="15875" cap="flat" cmpd="sng" algn="ctr">
            <a:solidFill>
              <a:srgbClr val="000000"/>
            </a:solidFill>
            <a:prstDash val="solid"/>
            <a:headEnd type="none" w="med" len="med"/>
            <a:tailEnd type="triangle" w="lg" len="med"/>
          </a:ln>
          <a:effectLst/>
        </p:spPr>
      </p:cxnSp>
      <p:pic>
        <p:nvPicPr>
          <p:cNvPr id="17" name="Picture 16"/>
          <p:cNvPicPr>
            <a:picLocks noChangeAspect="1"/>
          </p:cNvPicPr>
          <p:nvPr/>
        </p:nvPicPr>
        <p:blipFill>
          <a:blip r:embed="rId3"/>
          <a:stretch>
            <a:fillRect/>
          </a:stretch>
        </p:blipFill>
        <p:spPr>
          <a:xfrm>
            <a:off x="2177985" y="5139868"/>
            <a:ext cx="2989738" cy="1463167"/>
          </a:xfrm>
          <a:prstGeom prst="rect">
            <a:avLst/>
          </a:prstGeom>
        </p:spPr>
      </p:pic>
      <p:sp>
        <p:nvSpPr>
          <p:cNvPr id="18" name="Footer Placeholder 17"/>
          <p:cNvSpPr>
            <a:spLocks noGrp="1"/>
          </p:cNvSpPr>
          <p:nvPr>
            <p:ph type="ftr" sz="quarter" idx="10"/>
          </p:nvPr>
        </p:nvSpPr>
        <p:spPr>
          <a:xfrm>
            <a:off x="4479634" y="6377801"/>
            <a:ext cx="184731" cy="276999"/>
          </a:xfrm>
        </p:spPr>
        <p:txBody>
          <a:bodyPr/>
          <a:lstStyle/>
          <a:p>
            <a:endParaRPr lang="en-US"/>
          </a:p>
        </p:txBody>
      </p:sp>
      <p:sp>
        <p:nvSpPr>
          <p:cNvPr id="19" name="Footer Placeholder 4">
            <a:extLst>
              <a:ext uri="{FF2B5EF4-FFF2-40B4-BE49-F238E27FC236}">
                <a16:creationId xmlns:a16="http://schemas.microsoft.com/office/drawing/2014/main" id="{2EA9AA5A-077E-4C34-8BDE-1530AC11D228}"/>
              </a:ext>
            </a:extLst>
          </p:cNvPr>
          <p:cNvSpPr txBox="1">
            <a:spLocks/>
          </p:cNvSpPr>
          <p:nvPr/>
        </p:nvSpPr>
        <p:spPr>
          <a:xfrm>
            <a:off x="2738438" y="6629400"/>
            <a:ext cx="3667125" cy="2127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solidFill>
                  <a:prstClr val="black"/>
                </a:solidFill>
              </a:rPr>
              <a:t>Lockheed Martin Proprietary Information</a:t>
            </a:r>
          </a:p>
        </p:txBody>
      </p:sp>
    </p:spTree>
    <p:extLst>
      <p:ext uri="{BB962C8B-B14F-4D97-AF65-F5344CB8AC3E}">
        <p14:creationId xmlns:p14="http://schemas.microsoft.com/office/powerpoint/2010/main" val="805320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6"/>
          <p:cNvSpPr txBox="1">
            <a:spLocks/>
          </p:cNvSpPr>
          <p:nvPr/>
        </p:nvSpPr>
        <p:spPr>
          <a:xfrm>
            <a:off x="76200" y="438834"/>
            <a:ext cx="8096250" cy="531812"/>
          </a:xfrm>
          <a:prstGeom prst="rect">
            <a:avLst/>
          </a:prstGeom>
        </p:spPr>
        <p:txBody>
          <a:bodyPr/>
          <a:lstStyle>
            <a:lvl1pPr algn="l" defTabSz="887413" rtl="0" eaLnBrk="1" fontAlgn="base" hangingPunct="1">
              <a:spcBef>
                <a:spcPct val="0"/>
              </a:spcBef>
              <a:spcAft>
                <a:spcPct val="0"/>
              </a:spcAft>
              <a:defRPr sz="3600" b="1">
                <a:solidFill>
                  <a:schemeClr val="bg1"/>
                </a:solidFill>
                <a:effectLst/>
                <a:latin typeface="+mj-lt"/>
                <a:ea typeface="ＭＳ Ｐゴシック" pitchFamily="-112" charset="-128"/>
                <a:cs typeface="ＭＳ Ｐゴシック" pitchFamily="-112" charset="-128"/>
              </a:defRPr>
            </a:lvl1pPr>
            <a:lvl2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2pPr>
            <a:lvl3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3pPr>
            <a:lvl4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4pPr>
            <a:lvl5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5pPr>
            <a:lvl6pPr marL="4572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6pPr>
            <a:lvl7pPr marL="9144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7pPr>
            <a:lvl8pPr marL="13716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8pPr>
            <a:lvl9pPr marL="18288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9pPr>
          </a:lstStyle>
          <a:p>
            <a:pPr algn="ctr"/>
            <a:r>
              <a:rPr lang="en-US" sz="2400" kern="0" dirty="0">
                <a:solidFill>
                  <a:srgbClr val="003399"/>
                </a:solidFill>
              </a:rPr>
              <a:t>Example UI Adaptations</a:t>
            </a:r>
          </a:p>
        </p:txBody>
      </p:sp>
      <p:graphicFrame>
        <p:nvGraphicFramePr>
          <p:cNvPr id="4" name="Table 3"/>
          <p:cNvGraphicFramePr>
            <a:graphicFrameLocks noGrp="1"/>
          </p:cNvGraphicFramePr>
          <p:nvPr>
            <p:extLst>
              <p:ext uri="{D42A27DB-BD31-4B8C-83A1-F6EECF244321}">
                <p14:modId xmlns:p14="http://schemas.microsoft.com/office/powerpoint/2010/main" val="2065416256"/>
              </p:ext>
            </p:extLst>
          </p:nvPr>
        </p:nvGraphicFramePr>
        <p:xfrm>
          <a:off x="266700" y="1549400"/>
          <a:ext cx="8553450" cy="4119880"/>
        </p:xfrm>
        <a:graphic>
          <a:graphicData uri="http://schemas.openxmlformats.org/drawingml/2006/table">
            <a:tbl>
              <a:tblPr firstRow="1" bandRow="1">
                <a:tableStyleId>{5C22544A-7EE6-4342-B048-85BDC9FD1C3A}</a:tableStyleId>
              </a:tblPr>
              <a:tblGrid>
                <a:gridCol w="1922470">
                  <a:extLst>
                    <a:ext uri="{9D8B030D-6E8A-4147-A177-3AD203B41FA5}">
                      <a16:colId xmlns:a16="http://schemas.microsoft.com/office/drawing/2014/main" val="20000"/>
                    </a:ext>
                  </a:extLst>
                </a:gridCol>
                <a:gridCol w="6630980">
                  <a:extLst>
                    <a:ext uri="{9D8B030D-6E8A-4147-A177-3AD203B41FA5}">
                      <a16:colId xmlns:a16="http://schemas.microsoft.com/office/drawing/2014/main" val="20001"/>
                    </a:ext>
                  </a:extLst>
                </a:gridCol>
              </a:tblGrid>
              <a:tr h="370840">
                <a:tc>
                  <a:txBody>
                    <a:bodyPr/>
                    <a:lstStyle/>
                    <a:p>
                      <a:r>
                        <a:rPr lang="en-US" sz="1400" dirty="0"/>
                        <a:t>Data</a:t>
                      </a:r>
                    </a:p>
                  </a:txBody>
                  <a:tcPr/>
                </a:tc>
                <a:tc>
                  <a:txBody>
                    <a:bodyPr/>
                    <a:lstStyle/>
                    <a:p>
                      <a:r>
                        <a:rPr lang="en-US" sz="1400" dirty="0"/>
                        <a:t>Capabilities</a:t>
                      </a:r>
                    </a:p>
                  </a:txBody>
                  <a:tcPr/>
                </a:tc>
                <a:extLst>
                  <a:ext uri="{0D108BD9-81ED-4DB2-BD59-A6C34878D82A}">
                    <a16:rowId xmlns:a16="http://schemas.microsoft.com/office/drawing/2014/main" val="10000"/>
                  </a:ext>
                </a:extLst>
              </a:tr>
              <a:tr h="370840">
                <a:tc>
                  <a:txBody>
                    <a:bodyPr/>
                    <a:lstStyle/>
                    <a:p>
                      <a:r>
                        <a:rPr lang="en-US" sz="1200" dirty="0"/>
                        <a:t>Text e.g., news, social media, intelligence reports, HUMINT…</a:t>
                      </a:r>
                    </a:p>
                  </a:txBody>
                  <a:tcPr/>
                </a:tc>
                <a:tc>
                  <a:txBody>
                    <a:bodyPr/>
                    <a:lstStyle/>
                    <a:p>
                      <a:pPr marL="171450" indent="-171450">
                        <a:buFont typeface="Arial" panose="020B0604020202020204" pitchFamily="34" charset="0"/>
                        <a:buChar char="•"/>
                      </a:pPr>
                      <a:r>
                        <a:rPr lang="en-US" sz="1200" dirty="0"/>
                        <a:t>Proactively perform additional searches with words that are identified as relevant based on sensing the user’s mental reaction</a:t>
                      </a:r>
                    </a:p>
                    <a:p>
                      <a:pPr marL="171450" indent="-171450">
                        <a:buFont typeface="Arial" panose="020B0604020202020204" pitchFamily="34" charset="0"/>
                        <a:buChar char="•"/>
                      </a:pPr>
                      <a:r>
                        <a:rPr lang="en-US" sz="1200" dirty="0"/>
                        <a:t>Refine the filtering of data based on documents that were identified as relevant or irrelevant by sensing the user’s reaction</a:t>
                      </a:r>
                    </a:p>
                    <a:p>
                      <a:pPr marL="171450" indent="-171450">
                        <a:buFont typeface="Arial" panose="020B0604020202020204" pitchFamily="34" charset="0"/>
                        <a:buChar char="•"/>
                      </a:pPr>
                      <a:r>
                        <a:rPr lang="en-US" sz="1200" dirty="0"/>
                        <a:t>Dynamically build a profile of the user’s information needs based on the current session and not on historical queries and preferences.</a:t>
                      </a:r>
                    </a:p>
                  </a:txBody>
                  <a:tcPr/>
                </a:tc>
                <a:extLst>
                  <a:ext uri="{0D108BD9-81ED-4DB2-BD59-A6C34878D82A}">
                    <a16:rowId xmlns:a16="http://schemas.microsoft.com/office/drawing/2014/main" val="10001"/>
                  </a:ext>
                </a:extLst>
              </a:tr>
              <a:tr h="370840">
                <a:tc>
                  <a:txBody>
                    <a:bodyPr/>
                    <a:lstStyle/>
                    <a:p>
                      <a:r>
                        <a:rPr lang="en-US" sz="1200" dirty="0"/>
                        <a:t>Video and imagery e.g., from UAVs, satellites, ground based surveillance cameras, robots… </a:t>
                      </a:r>
                    </a:p>
                  </a:txBody>
                  <a:tcPr/>
                </a:tc>
                <a:tc>
                  <a:txBody>
                    <a:bodyPr/>
                    <a:lstStyle/>
                    <a:p>
                      <a:r>
                        <a:rPr lang="en-US" sz="1200" dirty="0"/>
                        <a:t>Sense what objects, segments or activities in the video or image is relevant and then:</a:t>
                      </a:r>
                    </a:p>
                    <a:p>
                      <a:r>
                        <a:rPr lang="en-US" sz="1200" dirty="0"/>
                        <a:t>•	Proactively search for additional data (e.g., IMINT, MASINT, HUMINT, OSINT) that is relevant to what the analyst is focusing on </a:t>
                      </a:r>
                    </a:p>
                    <a:p>
                      <a:r>
                        <a:rPr lang="en-US" sz="1200" dirty="0"/>
                        <a:t>•	Perform change detection and object recognition</a:t>
                      </a:r>
                    </a:p>
                    <a:p>
                      <a:r>
                        <a:rPr lang="en-US" sz="1200" dirty="0"/>
                        <a:t>•	Automatically zoom in on relevant detailed video</a:t>
                      </a:r>
                    </a:p>
                    <a:p>
                      <a:r>
                        <a:rPr lang="en-US" sz="1200" dirty="0"/>
                        <a:t>•	Automatically identify additional objects, areas and activities that are similar to what the analyst is currently focusing on</a:t>
                      </a:r>
                    </a:p>
                    <a:p>
                      <a:r>
                        <a:rPr lang="en-US" sz="1200" dirty="0"/>
                        <a:t>•	Automatically query the origin of a track, draw watch boxes, create new target folders…</a:t>
                      </a:r>
                    </a:p>
                  </a:txBody>
                  <a:tcPr/>
                </a:tc>
                <a:extLst>
                  <a:ext uri="{0D108BD9-81ED-4DB2-BD59-A6C34878D82A}">
                    <a16:rowId xmlns:a16="http://schemas.microsoft.com/office/drawing/2014/main" val="10002"/>
                  </a:ext>
                </a:extLst>
              </a:tr>
              <a:tr h="370840">
                <a:tc>
                  <a:txBody>
                    <a:bodyPr/>
                    <a:lstStyle/>
                    <a:p>
                      <a:r>
                        <a:rPr lang="en-US" sz="1200" dirty="0"/>
                        <a:t>Complex situation awareness displays e.g., multi-INT ISR, UAV C2,</a:t>
                      </a:r>
                    </a:p>
                    <a:p>
                      <a:r>
                        <a:rPr lang="en-US" sz="1200" dirty="0"/>
                        <a:t>training system (e.g. pilot), air traffic control…</a:t>
                      </a:r>
                    </a:p>
                  </a:txBody>
                  <a:tcPr/>
                </a:tc>
                <a:tc>
                  <a:txBody>
                    <a:bodyPr/>
                    <a:lstStyle/>
                    <a:p>
                      <a:r>
                        <a:rPr lang="en-US" sz="1200" dirty="0"/>
                        <a:t>Sense what objects, windows, geospatial areas, data visualizations in the complex display are relevant and then proactively adjust the display or search for additional data that is relevant to what the operator/commander is focusing on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5772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l="32381" t="29333" r="45743" b="16619"/>
          <a:stretch/>
        </p:blipFill>
        <p:spPr bwMode="auto">
          <a:xfrm>
            <a:off x="4876800" y="1181100"/>
            <a:ext cx="3500437" cy="5405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4" descr="http://www.nationaldefensemagazine.org/SiteCollectionImages/issues/2006/jan/images/p44_Companies_Repackag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890391"/>
            <a:ext cx="2381250" cy="1590675"/>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p:cNvCxnSpPr/>
          <p:nvPr/>
        </p:nvCxnSpPr>
        <p:spPr bwMode="auto">
          <a:xfrm flipV="1">
            <a:off x="1295400" y="3607308"/>
            <a:ext cx="4249466" cy="697992"/>
          </a:xfrm>
          <a:prstGeom prst="straightConnector1">
            <a:avLst/>
          </a:prstGeom>
          <a:gradFill rotWithShape="0">
            <a:gsLst>
              <a:gs pos="0">
                <a:schemeClr val="accent1">
                  <a:gamma/>
                  <a:shade val="46275"/>
                  <a:invGamma/>
                </a:schemeClr>
              </a:gs>
              <a:gs pos="100000">
                <a:schemeClr val="accent1"/>
              </a:gs>
            </a:gsLst>
            <a:lin ang="5400000" scaled="1"/>
          </a:gradFill>
          <a:ln w="12700" cap="flat" cmpd="sng" algn="ctr">
            <a:solidFill>
              <a:srgbClr val="FF0000"/>
            </a:solidFill>
            <a:prstDash val="solid"/>
            <a:round/>
            <a:headEnd type="none" w="med" len="med"/>
            <a:tailEnd type="arrow"/>
          </a:ln>
          <a:effectLst/>
        </p:spPr>
      </p:cxnSp>
      <p:cxnSp>
        <p:nvCxnSpPr>
          <p:cNvPr id="15" name="Straight Arrow Connector 14"/>
          <p:cNvCxnSpPr/>
          <p:nvPr/>
        </p:nvCxnSpPr>
        <p:spPr bwMode="auto">
          <a:xfrm>
            <a:off x="1295400" y="4305300"/>
            <a:ext cx="4855715" cy="1015543"/>
          </a:xfrm>
          <a:prstGeom prst="straightConnector1">
            <a:avLst/>
          </a:prstGeom>
          <a:gradFill rotWithShape="0">
            <a:gsLst>
              <a:gs pos="0">
                <a:schemeClr val="accent1">
                  <a:gamma/>
                  <a:shade val="46275"/>
                  <a:invGamma/>
                </a:schemeClr>
              </a:gs>
              <a:gs pos="100000">
                <a:schemeClr val="accent1"/>
              </a:gs>
            </a:gsLst>
            <a:lin ang="5400000" scaled="1"/>
          </a:gradFill>
          <a:ln w="12700" cap="flat" cmpd="sng" algn="ctr">
            <a:solidFill>
              <a:srgbClr val="FF0000"/>
            </a:solidFill>
            <a:prstDash val="solid"/>
            <a:round/>
            <a:headEnd type="none" w="med" len="med"/>
            <a:tailEnd type="arrow"/>
          </a:ln>
          <a:effectLst/>
        </p:spPr>
      </p:cxnSp>
      <p:sp>
        <p:nvSpPr>
          <p:cNvPr id="19" name="Text Placeholder 3"/>
          <p:cNvSpPr txBox="1">
            <a:spLocks/>
          </p:cNvSpPr>
          <p:nvPr/>
        </p:nvSpPr>
        <p:spPr bwMode="auto">
          <a:xfrm>
            <a:off x="2562225" y="5764768"/>
            <a:ext cx="1171574" cy="369332"/>
          </a:xfrm>
          <a:prstGeom prst="rect">
            <a:avLst/>
          </a:prstGeom>
          <a:noFill/>
          <a:ln w="19050">
            <a:solidFill>
              <a:schemeClr val="accent6"/>
            </a:solidFill>
            <a:miter lim="800000"/>
            <a:headEnd/>
            <a:tailEnd/>
          </a:ln>
          <a:effectLst/>
        </p:spPr>
        <p:txBody>
          <a:bodyPr vert="horz" wrap="square" lIns="0" tIns="0" rIns="0" bIns="0" numCol="1" anchor="t" anchorCtr="0" compatLnSpc="1">
            <a:prstTxWarp prst="textNoShape">
              <a:avLst/>
            </a:prstTxWarp>
            <a:spAutoFit/>
          </a:bodyPr>
          <a:lstStyle>
            <a:lvl1pPr marL="222250" indent="-222250" algn="l" defTabSz="887413" rtl="0" eaLnBrk="1" fontAlgn="base" hangingPunct="1">
              <a:spcBef>
                <a:spcPct val="20000"/>
              </a:spcBef>
              <a:spcAft>
                <a:spcPct val="0"/>
              </a:spcAft>
              <a:buSzPct val="100000"/>
              <a:buChar char="•"/>
              <a:defRPr sz="2400" b="1">
                <a:solidFill>
                  <a:schemeClr val="bg2"/>
                </a:solidFill>
                <a:effectLst/>
                <a:latin typeface="+mn-lt"/>
                <a:ea typeface="ＭＳ Ｐゴシック" pitchFamily="-112" charset="-128"/>
                <a:cs typeface="ＭＳ Ｐゴシック" pitchFamily="-112" charset="-128"/>
              </a:defRPr>
            </a:lvl1pPr>
            <a:lvl2pPr marL="615950" indent="-279400" algn="l" defTabSz="887413" rtl="0" eaLnBrk="1" fontAlgn="base" hangingPunct="1">
              <a:spcBef>
                <a:spcPct val="20000"/>
              </a:spcBef>
              <a:spcAft>
                <a:spcPct val="0"/>
              </a:spcAft>
              <a:buSzPct val="100000"/>
              <a:buChar char="–"/>
              <a:defRPr sz="2400" b="1">
                <a:solidFill>
                  <a:schemeClr val="bg2"/>
                </a:solidFill>
                <a:effectLst/>
                <a:latin typeface="+mn-lt"/>
                <a:ea typeface="ＭＳ Ｐゴシック" pitchFamily="-112" charset="-128"/>
              </a:defRPr>
            </a:lvl2pPr>
            <a:lvl3pPr marL="998538" indent="-268288" algn="l" defTabSz="887413" rtl="0" eaLnBrk="1" fontAlgn="base" hangingPunct="1">
              <a:spcBef>
                <a:spcPct val="20000"/>
              </a:spcBef>
              <a:spcAft>
                <a:spcPct val="0"/>
              </a:spcAft>
              <a:buSzPct val="80000"/>
              <a:buChar char="•"/>
              <a:defRPr sz="2400" b="1">
                <a:solidFill>
                  <a:schemeClr val="bg2"/>
                </a:solidFill>
                <a:effectLst/>
                <a:latin typeface="+mn-lt"/>
                <a:ea typeface="ＭＳ Ｐゴシック" pitchFamily="-112" charset="-128"/>
              </a:defRPr>
            </a:lvl3pPr>
            <a:lvl4pPr marL="1550988" indent="-222250" algn="l" defTabSz="887413" rtl="0" eaLnBrk="1" fontAlgn="base" hangingPunct="1">
              <a:spcBef>
                <a:spcPct val="20000"/>
              </a:spcBef>
              <a:spcAft>
                <a:spcPct val="0"/>
              </a:spcAft>
              <a:buChar char="–"/>
              <a:defRPr sz="2000" b="1">
                <a:solidFill>
                  <a:schemeClr val="bg2"/>
                </a:solidFill>
                <a:effectLst/>
                <a:latin typeface="+mn-lt"/>
                <a:ea typeface="ＭＳ Ｐゴシック" pitchFamily="-112" charset="-128"/>
              </a:defRPr>
            </a:lvl4pPr>
            <a:lvl5pPr marL="1993900" indent="-222250" algn="l" defTabSz="887413" rtl="0" eaLnBrk="1" fontAlgn="base" hangingPunct="1">
              <a:spcBef>
                <a:spcPct val="20000"/>
              </a:spcBef>
              <a:spcAft>
                <a:spcPct val="0"/>
              </a:spcAft>
              <a:buChar char="»"/>
              <a:defRPr sz="2000" b="1">
                <a:solidFill>
                  <a:schemeClr val="bg2"/>
                </a:solidFill>
                <a:effectLst/>
                <a:latin typeface="+mn-lt"/>
                <a:ea typeface="ＭＳ Ｐゴシック" pitchFamily="-112" charset="-128"/>
              </a:defRPr>
            </a:lvl5pPr>
            <a:lvl6pPr marL="24511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6pPr>
            <a:lvl7pPr marL="29083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7pPr>
            <a:lvl8pPr marL="33655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8pPr>
            <a:lvl9pPr marL="38227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9pPr>
          </a:lstStyle>
          <a:p>
            <a:pPr marL="0" indent="0" algn="ctr">
              <a:buClr>
                <a:srgbClr val="000000"/>
              </a:buClr>
              <a:buFont typeface="Wingdings" pitchFamily="2" charset="2"/>
              <a:buNone/>
            </a:pPr>
            <a:r>
              <a:rPr lang="en-US" sz="1200" b="0" dirty="0">
                <a:solidFill>
                  <a:srgbClr val="000000"/>
                </a:solidFill>
              </a:rPr>
              <a:t>Retrieve relevant HUMINT report</a:t>
            </a:r>
          </a:p>
        </p:txBody>
      </p:sp>
      <p:sp>
        <p:nvSpPr>
          <p:cNvPr id="20" name="Text Placeholder 3"/>
          <p:cNvSpPr txBox="1">
            <a:spLocks/>
          </p:cNvSpPr>
          <p:nvPr/>
        </p:nvSpPr>
        <p:spPr bwMode="auto">
          <a:xfrm>
            <a:off x="2724149" y="2282309"/>
            <a:ext cx="1195921" cy="369332"/>
          </a:xfrm>
          <a:prstGeom prst="rect">
            <a:avLst/>
          </a:prstGeom>
          <a:noFill/>
          <a:ln w="19050">
            <a:solidFill>
              <a:srgbClr val="009900"/>
            </a:solidFill>
            <a:miter lim="800000"/>
            <a:headEnd/>
            <a:tailEnd/>
          </a:ln>
          <a:effectLst/>
        </p:spPr>
        <p:txBody>
          <a:bodyPr vert="horz" wrap="square" lIns="0" tIns="0" rIns="0" bIns="0" numCol="1" anchor="t" anchorCtr="0" compatLnSpc="1">
            <a:prstTxWarp prst="textNoShape">
              <a:avLst/>
            </a:prstTxWarp>
            <a:spAutoFit/>
          </a:bodyPr>
          <a:lstStyle>
            <a:lvl1pPr marL="222250" indent="-222250" algn="l" defTabSz="887413" rtl="0" eaLnBrk="1" fontAlgn="base" hangingPunct="1">
              <a:spcBef>
                <a:spcPct val="20000"/>
              </a:spcBef>
              <a:spcAft>
                <a:spcPct val="0"/>
              </a:spcAft>
              <a:buSzPct val="100000"/>
              <a:buChar char="•"/>
              <a:defRPr sz="2400" b="1">
                <a:solidFill>
                  <a:schemeClr val="bg2"/>
                </a:solidFill>
                <a:effectLst/>
                <a:latin typeface="+mn-lt"/>
                <a:ea typeface="ＭＳ Ｐゴシック" pitchFamily="-112" charset="-128"/>
                <a:cs typeface="ＭＳ Ｐゴシック" pitchFamily="-112" charset="-128"/>
              </a:defRPr>
            </a:lvl1pPr>
            <a:lvl2pPr marL="615950" indent="-279400" algn="l" defTabSz="887413" rtl="0" eaLnBrk="1" fontAlgn="base" hangingPunct="1">
              <a:spcBef>
                <a:spcPct val="20000"/>
              </a:spcBef>
              <a:spcAft>
                <a:spcPct val="0"/>
              </a:spcAft>
              <a:buSzPct val="100000"/>
              <a:buChar char="–"/>
              <a:defRPr sz="2400" b="1">
                <a:solidFill>
                  <a:schemeClr val="bg2"/>
                </a:solidFill>
                <a:effectLst/>
                <a:latin typeface="+mn-lt"/>
                <a:ea typeface="ＭＳ Ｐゴシック" pitchFamily="-112" charset="-128"/>
              </a:defRPr>
            </a:lvl2pPr>
            <a:lvl3pPr marL="998538" indent="-268288" algn="l" defTabSz="887413" rtl="0" eaLnBrk="1" fontAlgn="base" hangingPunct="1">
              <a:spcBef>
                <a:spcPct val="20000"/>
              </a:spcBef>
              <a:spcAft>
                <a:spcPct val="0"/>
              </a:spcAft>
              <a:buSzPct val="80000"/>
              <a:buChar char="•"/>
              <a:defRPr sz="2400" b="1">
                <a:solidFill>
                  <a:schemeClr val="bg2"/>
                </a:solidFill>
                <a:effectLst/>
                <a:latin typeface="+mn-lt"/>
                <a:ea typeface="ＭＳ Ｐゴシック" pitchFamily="-112" charset="-128"/>
              </a:defRPr>
            </a:lvl3pPr>
            <a:lvl4pPr marL="1550988" indent="-222250" algn="l" defTabSz="887413" rtl="0" eaLnBrk="1" fontAlgn="base" hangingPunct="1">
              <a:spcBef>
                <a:spcPct val="20000"/>
              </a:spcBef>
              <a:spcAft>
                <a:spcPct val="0"/>
              </a:spcAft>
              <a:buChar char="–"/>
              <a:defRPr sz="2000" b="1">
                <a:solidFill>
                  <a:schemeClr val="bg2"/>
                </a:solidFill>
                <a:effectLst/>
                <a:latin typeface="+mn-lt"/>
                <a:ea typeface="ＭＳ Ｐゴシック" pitchFamily="-112" charset="-128"/>
              </a:defRPr>
            </a:lvl4pPr>
            <a:lvl5pPr marL="1993900" indent="-222250" algn="l" defTabSz="887413" rtl="0" eaLnBrk="1" fontAlgn="base" hangingPunct="1">
              <a:spcBef>
                <a:spcPct val="20000"/>
              </a:spcBef>
              <a:spcAft>
                <a:spcPct val="0"/>
              </a:spcAft>
              <a:buChar char="»"/>
              <a:defRPr sz="2000" b="1">
                <a:solidFill>
                  <a:schemeClr val="bg2"/>
                </a:solidFill>
                <a:effectLst/>
                <a:latin typeface="+mn-lt"/>
                <a:ea typeface="ＭＳ Ｐゴシック" pitchFamily="-112" charset="-128"/>
              </a:defRPr>
            </a:lvl5pPr>
            <a:lvl6pPr marL="24511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6pPr>
            <a:lvl7pPr marL="29083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7pPr>
            <a:lvl8pPr marL="33655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8pPr>
            <a:lvl9pPr marL="38227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9pPr>
          </a:lstStyle>
          <a:p>
            <a:pPr marL="0" indent="0" algn="ctr">
              <a:buClr>
                <a:srgbClr val="000000"/>
              </a:buClr>
              <a:buFont typeface="Wingdings" pitchFamily="2" charset="2"/>
              <a:buNone/>
            </a:pPr>
            <a:r>
              <a:rPr lang="en-US" sz="1200" b="0" dirty="0">
                <a:solidFill>
                  <a:srgbClr val="000000"/>
                </a:solidFill>
              </a:rPr>
              <a:t>Retrieve relevant OSINT alert </a:t>
            </a:r>
          </a:p>
        </p:txBody>
      </p:sp>
      <p:cxnSp>
        <p:nvCxnSpPr>
          <p:cNvPr id="21" name="Straight Arrow Connector 20"/>
          <p:cNvCxnSpPr>
            <a:stCxn id="19" idx="3"/>
          </p:cNvCxnSpPr>
          <p:nvPr/>
        </p:nvCxnSpPr>
        <p:spPr bwMode="auto">
          <a:xfrm flipV="1">
            <a:off x="3733799" y="5320847"/>
            <a:ext cx="2417316" cy="628587"/>
          </a:xfrm>
          <a:prstGeom prst="straightConnector1">
            <a:avLst/>
          </a:prstGeom>
          <a:gradFill rotWithShape="0">
            <a:gsLst>
              <a:gs pos="0">
                <a:schemeClr val="accent1">
                  <a:gamma/>
                  <a:shade val="46275"/>
                  <a:invGamma/>
                </a:schemeClr>
              </a:gs>
              <a:gs pos="100000">
                <a:schemeClr val="accent1"/>
              </a:gs>
            </a:gsLst>
            <a:lin ang="5400000" scaled="1"/>
          </a:gradFill>
          <a:ln w="12700" cap="flat" cmpd="sng" algn="ctr">
            <a:solidFill>
              <a:schemeClr val="accent6"/>
            </a:solidFill>
            <a:prstDash val="solid"/>
            <a:round/>
            <a:headEnd type="triangle" w="med" len="med"/>
            <a:tailEnd type="none"/>
          </a:ln>
          <a:effectLst/>
        </p:spPr>
      </p:cxnSp>
      <p:cxnSp>
        <p:nvCxnSpPr>
          <p:cNvPr id="22" name="Straight Arrow Connector 21"/>
          <p:cNvCxnSpPr>
            <a:stCxn id="20" idx="3"/>
          </p:cNvCxnSpPr>
          <p:nvPr/>
        </p:nvCxnSpPr>
        <p:spPr bwMode="auto">
          <a:xfrm>
            <a:off x="3920070" y="2466975"/>
            <a:ext cx="1624796" cy="1140333"/>
          </a:xfrm>
          <a:prstGeom prst="straightConnector1">
            <a:avLst/>
          </a:prstGeom>
          <a:gradFill rotWithShape="0">
            <a:gsLst>
              <a:gs pos="0">
                <a:schemeClr val="accent1">
                  <a:gamma/>
                  <a:shade val="46275"/>
                  <a:invGamma/>
                </a:schemeClr>
              </a:gs>
              <a:gs pos="100000">
                <a:schemeClr val="accent1"/>
              </a:gs>
            </a:gsLst>
            <a:lin ang="5400000" scaled="1"/>
          </a:gradFill>
          <a:ln w="12700" cap="flat" cmpd="sng" algn="ctr">
            <a:solidFill>
              <a:srgbClr val="009900"/>
            </a:solidFill>
            <a:prstDash val="solid"/>
            <a:round/>
            <a:headEnd type="triangle" w="med" len="med"/>
            <a:tailEnd type="none"/>
          </a:ln>
          <a:effectLst/>
        </p:spPr>
      </p:cxnSp>
      <p:pic>
        <p:nvPicPr>
          <p:cNvPr id="26" name="Picture 2" descr="http://static.guim.co.uk/sys-images/Guardian/Pix/audio/video/2010/8/21/1282384774643/Pakistanis-crowd-around-a-006.jpg">
            <a:hlinkClick r:id="rId4"/>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06189" y="1755368"/>
            <a:ext cx="1562792" cy="1172094"/>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Arrow Connector 27"/>
          <p:cNvCxnSpPr>
            <a:stCxn id="30" idx="3"/>
          </p:cNvCxnSpPr>
          <p:nvPr/>
        </p:nvCxnSpPr>
        <p:spPr bwMode="auto">
          <a:xfrm>
            <a:off x="4019550" y="3175641"/>
            <a:ext cx="1525316" cy="431667"/>
          </a:xfrm>
          <a:prstGeom prst="straightConnector1">
            <a:avLst/>
          </a:prstGeom>
          <a:gradFill rotWithShape="0">
            <a:gsLst>
              <a:gs pos="0">
                <a:schemeClr val="accent1">
                  <a:gamma/>
                  <a:shade val="46275"/>
                  <a:invGamma/>
                </a:schemeClr>
              </a:gs>
              <a:gs pos="100000">
                <a:schemeClr val="accent1"/>
              </a:gs>
            </a:gsLst>
            <a:lin ang="5400000" scaled="1"/>
          </a:gradFill>
          <a:ln w="12700" cap="flat" cmpd="sng" algn="ctr">
            <a:solidFill>
              <a:srgbClr val="FF9933"/>
            </a:solidFill>
            <a:prstDash val="solid"/>
            <a:round/>
            <a:headEnd type="triangle" w="med" len="med"/>
            <a:tailEnd type="none"/>
          </a:ln>
          <a:effectLst/>
        </p:spPr>
      </p:cxnSp>
      <p:sp>
        <p:nvSpPr>
          <p:cNvPr id="30" name="Text Placeholder 3"/>
          <p:cNvSpPr txBox="1">
            <a:spLocks/>
          </p:cNvSpPr>
          <p:nvPr/>
        </p:nvSpPr>
        <p:spPr bwMode="auto">
          <a:xfrm>
            <a:off x="2838449" y="2990975"/>
            <a:ext cx="1181101" cy="369332"/>
          </a:xfrm>
          <a:prstGeom prst="rect">
            <a:avLst/>
          </a:prstGeom>
          <a:noFill/>
          <a:ln w="19050">
            <a:solidFill>
              <a:srgbClr val="FF9933"/>
            </a:solidFill>
            <a:miter lim="800000"/>
            <a:headEnd/>
            <a:tailEnd/>
          </a:ln>
          <a:effectLst/>
        </p:spPr>
        <p:txBody>
          <a:bodyPr vert="horz" wrap="square" lIns="0" tIns="0" rIns="0" bIns="0" numCol="1" anchor="t" anchorCtr="0" compatLnSpc="1">
            <a:prstTxWarp prst="textNoShape">
              <a:avLst/>
            </a:prstTxWarp>
            <a:spAutoFit/>
          </a:bodyPr>
          <a:lstStyle>
            <a:lvl1pPr marL="222250" indent="-222250" algn="l" defTabSz="887413" rtl="0" eaLnBrk="1" fontAlgn="base" hangingPunct="1">
              <a:spcBef>
                <a:spcPct val="20000"/>
              </a:spcBef>
              <a:spcAft>
                <a:spcPct val="0"/>
              </a:spcAft>
              <a:buSzPct val="100000"/>
              <a:buChar char="•"/>
              <a:defRPr sz="2400" b="1">
                <a:solidFill>
                  <a:schemeClr val="bg2"/>
                </a:solidFill>
                <a:effectLst/>
                <a:latin typeface="+mn-lt"/>
                <a:ea typeface="ＭＳ Ｐゴシック" pitchFamily="-112" charset="-128"/>
                <a:cs typeface="ＭＳ Ｐゴシック" pitchFamily="-112" charset="-128"/>
              </a:defRPr>
            </a:lvl1pPr>
            <a:lvl2pPr marL="615950" indent="-279400" algn="l" defTabSz="887413" rtl="0" eaLnBrk="1" fontAlgn="base" hangingPunct="1">
              <a:spcBef>
                <a:spcPct val="20000"/>
              </a:spcBef>
              <a:spcAft>
                <a:spcPct val="0"/>
              </a:spcAft>
              <a:buSzPct val="100000"/>
              <a:buChar char="–"/>
              <a:defRPr sz="2400" b="1">
                <a:solidFill>
                  <a:schemeClr val="bg2"/>
                </a:solidFill>
                <a:effectLst/>
                <a:latin typeface="+mn-lt"/>
                <a:ea typeface="ＭＳ Ｐゴシック" pitchFamily="-112" charset="-128"/>
              </a:defRPr>
            </a:lvl2pPr>
            <a:lvl3pPr marL="998538" indent="-268288" algn="l" defTabSz="887413" rtl="0" eaLnBrk="1" fontAlgn="base" hangingPunct="1">
              <a:spcBef>
                <a:spcPct val="20000"/>
              </a:spcBef>
              <a:spcAft>
                <a:spcPct val="0"/>
              </a:spcAft>
              <a:buSzPct val="80000"/>
              <a:buChar char="•"/>
              <a:defRPr sz="2400" b="1">
                <a:solidFill>
                  <a:schemeClr val="bg2"/>
                </a:solidFill>
                <a:effectLst/>
                <a:latin typeface="+mn-lt"/>
                <a:ea typeface="ＭＳ Ｐゴシック" pitchFamily="-112" charset="-128"/>
              </a:defRPr>
            </a:lvl3pPr>
            <a:lvl4pPr marL="1550988" indent="-222250" algn="l" defTabSz="887413" rtl="0" eaLnBrk="1" fontAlgn="base" hangingPunct="1">
              <a:spcBef>
                <a:spcPct val="20000"/>
              </a:spcBef>
              <a:spcAft>
                <a:spcPct val="0"/>
              </a:spcAft>
              <a:buChar char="–"/>
              <a:defRPr sz="2000" b="1">
                <a:solidFill>
                  <a:schemeClr val="bg2"/>
                </a:solidFill>
                <a:effectLst/>
                <a:latin typeface="+mn-lt"/>
                <a:ea typeface="ＭＳ Ｐゴシック" pitchFamily="-112" charset="-128"/>
              </a:defRPr>
            </a:lvl4pPr>
            <a:lvl5pPr marL="1993900" indent="-222250" algn="l" defTabSz="887413" rtl="0" eaLnBrk="1" fontAlgn="base" hangingPunct="1">
              <a:spcBef>
                <a:spcPct val="20000"/>
              </a:spcBef>
              <a:spcAft>
                <a:spcPct val="0"/>
              </a:spcAft>
              <a:buChar char="»"/>
              <a:defRPr sz="2000" b="1">
                <a:solidFill>
                  <a:schemeClr val="bg2"/>
                </a:solidFill>
                <a:effectLst/>
                <a:latin typeface="+mn-lt"/>
                <a:ea typeface="ＭＳ Ｐゴシック" pitchFamily="-112" charset="-128"/>
              </a:defRPr>
            </a:lvl5pPr>
            <a:lvl6pPr marL="24511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6pPr>
            <a:lvl7pPr marL="29083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7pPr>
            <a:lvl8pPr marL="33655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8pPr>
            <a:lvl9pPr marL="38227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9pPr>
          </a:lstStyle>
          <a:p>
            <a:pPr marL="0" indent="0" algn="ctr">
              <a:buClr>
                <a:srgbClr val="000000"/>
              </a:buClr>
              <a:buFont typeface="Wingdings" pitchFamily="2" charset="2"/>
              <a:buNone/>
            </a:pPr>
            <a:r>
              <a:rPr lang="en-US" sz="1200" b="0" dirty="0">
                <a:solidFill>
                  <a:srgbClr val="000000"/>
                </a:solidFill>
              </a:rPr>
              <a:t>Send UAV to collect video feed </a:t>
            </a:r>
          </a:p>
        </p:txBody>
      </p:sp>
      <p:cxnSp>
        <p:nvCxnSpPr>
          <p:cNvPr id="34" name="Straight Arrow Connector 33"/>
          <p:cNvCxnSpPr>
            <a:endCxn id="30" idx="1"/>
          </p:cNvCxnSpPr>
          <p:nvPr/>
        </p:nvCxnSpPr>
        <p:spPr bwMode="auto">
          <a:xfrm>
            <a:off x="2468981" y="2927462"/>
            <a:ext cx="369468" cy="248179"/>
          </a:xfrm>
          <a:prstGeom prst="straightConnector1">
            <a:avLst/>
          </a:prstGeom>
          <a:gradFill rotWithShape="0">
            <a:gsLst>
              <a:gs pos="0">
                <a:schemeClr val="accent1">
                  <a:gamma/>
                  <a:shade val="46275"/>
                  <a:invGamma/>
                </a:schemeClr>
              </a:gs>
              <a:gs pos="100000">
                <a:schemeClr val="accent1"/>
              </a:gs>
            </a:gsLst>
            <a:lin ang="5400000" scaled="1"/>
          </a:gradFill>
          <a:ln w="12700" cap="flat" cmpd="sng" algn="ctr">
            <a:solidFill>
              <a:srgbClr val="FF9933"/>
            </a:solidFill>
            <a:prstDash val="solid"/>
            <a:round/>
            <a:headEnd type="none" w="med" len="med"/>
            <a:tailEnd type="none"/>
          </a:ln>
          <a:effectLst/>
        </p:spPr>
      </p:cxnSp>
      <p:cxnSp>
        <p:nvCxnSpPr>
          <p:cNvPr id="36" name="Straight Arrow Connector 35"/>
          <p:cNvCxnSpPr/>
          <p:nvPr/>
        </p:nvCxnSpPr>
        <p:spPr bwMode="auto">
          <a:xfrm flipV="1">
            <a:off x="1295400" y="2927462"/>
            <a:ext cx="171450" cy="1263538"/>
          </a:xfrm>
          <a:prstGeom prst="straightConnector1">
            <a:avLst/>
          </a:prstGeom>
          <a:gradFill rotWithShape="0">
            <a:gsLst>
              <a:gs pos="0">
                <a:schemeClr val="accent1">
                  <a:gamma/>
                  <a:shade val="46275"/>
                  <a:invGamma/>
                </a:schemeClr>
              </a:gs>
              <a:gs pos="100000">
                <a:schemeClr val="accent1"/>
              </a:gs>
            </a:gsLst>
            <a:lin ang="5400000" scaled="1"/>
          </a:gradFill>
          <a:ln w="12700" cap="flat" cmpd="sng" algn="ctr">
            <a:solidFill>
              <a:srgbClr val="FF0000"/>
            </a:solidFill>
            <a:prstDash val="solid"/>
            <a:round/>
            <a:headEnd type="none" w="med" len="med"/>
            <a:tailEnd type="arrow"/>
          </a:ln>
          <a:effectLst/>
        </p:spPr>
      </p:cxnSp>
      <p:sp>
        <p:nvSpPr>
          <p:cNvPr id="39" name="Title 6"/>
          <p:cNvSpPr txBox="1">
            <a:spLocks/>
          </p:cNvSpPr>
          <p:nvPr/>
        </p:nvSpPr>
        <p:spPr>
          <a:xfrm>
            <a:off x="76200" y="476934"/>
            <a:ext cx="8096250" cy="531812"/>
          </a:xfrm>
          <a:prstGeom prst="rect">
            <a:avLst/>
          </a:prstGeom>
        </p:spPr>
        <p:txBody>
          <a:bodyPr/>
          <a:lstStyle>
            <a:lvl1pPr algn="l" defTabSz="887413" rtl="0" eaLnBrk="1" fontAlgn="base" hangingPunct="1">
              <a:spcBef>
                <a:spcPct val="0"/>
              </a:spcBef>
              <a:spcAft>
                <a:spcPct val="0"/>
              </a:spcAft>
              <a:defRPr sz="3600" b="1">
                <a:solidFill>
                  <a:schemeClr val="bg1"/>
                </a:solidFill>
                <a:effectLst/>
                <a:latin typeface="+mj-lt"/>
                <a:ea typeface="ＭＳ Ｐゴシック" pitchFamily="-112" charset="-128"/>
                <a:cs typeface="ＭＳ Ｐゴシック" pitchFamily="-112" charset="-128"/>
              </a:defRPr>
            </a:lvl1pPr>
            <a:lvl2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2pPr>
            <a:lvl3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3pPr>
            <a:lvl4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4pPr>
            <a:lvl5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5pPr>
            <a:lvl6pPr marL="4572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6pPr>
            <a:lvl7pPr marL="9144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7pPr>
            <a:lvl8pPr marL="13716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8pPr>
            <a:lvl9pPr marL="18288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9pPr>
          </a:lstStyle>
          <a:p>
            <a:pPr algn="ctr"/>
            <a:r>
              <a:rPr lang="en-US" sz="2400" kern="0" dirty="0">
                <a:solidFill>
                  <a:srgbClr val="003399"/>
                </a:solidFill>
              </a:rPr>
              <a:t>C4ISR Example</a:t>
            </a:r>
          </a:p>
        </p:txBody>
      </p:sp>
      <p:sp>
        <p:nvSpPr>
          <p:cNvPr id="16" name="TextBox 15"/>
          <p:cNvSpPr txBox="1"/>
          <p:nvPr/>
        </p:nvSpPr>
        <p:spPr>
          <a:xfrm rot="20975821">
            <a:off x="3288523" y="3699408"/>
            <a:ext cx="434734" cy="230832"/>
          </a:xfrm>
          <a:prstGeom prst="rect">
            <a:avLst/>
          </a:prstGeom>
          <a:noFill/>
        </p:spPr>
        <p:txBody>
          <a:bodyPr wrap="none" rtlCol="0">
            <a:spAutoFit/>
          </a:bodyPr>
          <a:lstStyle/>
          <a:p>
            <a:pPr fontAlgn="base">
              <a:spcBef>
                <a:spcPct val="0"/>
              </a:spcBef>
              <a:spcAft>
                <a:spcPct val="0"/>
              </a:spcAft>
            </a:pPr>
            <a:r>
              <a:rPr lang="en-US" sz="900" dirty="0">
                <a:solidFill>
                  <a:srgbClr val="FF0000"/>
                </a:solidFill>
                <a:cs typeface="Arial" charset="0"/>
              </a:rPr>
              <a:t>gaze</a:t>
            </a:r>
          </a:p>
        </p:txBody>
      </p:sp>
      <p:sp>
        <p:nvSpPr>
          <p:cNvPr id="17" name="TextBox 16"/>
          <p:cNvSpPr txBox="1"/>
          <p:nvPr/>
        </p:nvSpPr>
        <p:spPr>
          <a:xfrm rot="692410">
            <a:off x="3938767" y="4673905"/>
            <a:ext cx="434734" cy="230832"/>
          </a:xfrm>
          <a:prstGeom prst="rect">
            <a:avLst/>
          </a:prstGeom>
          <a:noFill/>
        </p:spPr>
        <p:txBody>
          <a:bodyPr wrap="none" rtlCol="0">
            <a:spAutoFit/>
          </a:bodyPr>
          <a:lstStyle/>
          <a:p>
            <a:pPr fontAlgn="base">
              <a:spcBef>
                <a:spcPct val="0"/>
              </a:spcBef>
              <a:spcAft>
                <a:spcPct val="0"/>
              </a:spcAft>
            </a:pPr>
            <a:r>
              <a:rPr lang="en-US" sz="900" dirty="0">
                <a:solidFill>
                  <a:srgbClr val="FF0000"/>
                </a:solidFill>
                <a:cs typeface="Arial" charset="0"/>
              </a:rPr>
              <a:t>gaze</a:t>
            </a:r>
          </a:p>
        </p:txBody>
      </p:sp>
      <p:sp>
        <p:nvSpPr>
          <p:cNvPr id="18" name="TextBox 17"/>
          <p:cNvSpPr txBox="1"/>
          <p:nvPr/>
        </p:nvSpPr>
        <p:spPr>
          <a:xfrm>
            <a:off x="1055492" y="3291046"/>
            <a:ext cx="434734" cy="230832"/>
          </a:xfrm>
          <a:prstGeom prst="rect">
            <a:avLst/>
          </a:prstGeom>
          <a:noFill/>
        </p:spPr>
        <p:txBody>
          <a:bodyPr wrap="none" rtlCol="0">
            <a:spAutoFit/>
          </a:bodyPr>
          <a:lstStyle/>
          <a:p>
            <a:pPr fontAlgn="base">
              <a:spcBef>
                <a:spcPct val="0"/>
              </a:spcBef>
              <a:spcAft>
                <a:spcPct val="0"/>
              </a:spcAft>
            </a:pPr>
            <a:r>
              <a:rPr lang="en-US" sz="900" dirty="0">
                <a:solidFill>
                  <a:srgbClr val="FF0000"/>
                </a:solidFill>
                <a:cs typeface="Arial" charset="0"/>
              </a:rPr>
              <a:t>gaze</a:t>
            </a:r>
          </a:p>
        </p:txBody>
      </p:sp>
    </p:spTree>
    <p:extLst>
      <p:ext uri="{BB962C8B-B14F-4D97-AF65-F5344CB8AC3E}">
        <p14:creationId xmlns:p14="http://schemas.microsoft.com/office/powerpoint/2010/main" val="2020274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83AC75E-EA19-43D3-84B3-AC36F1921A84}"/>
              </a:ext>
            </a:extLst>
          </p:cNvPr>
          <p:cNvSpPr txBox="1">
            <a:spLocks/>
          </p:cNvSpPr>
          <p:nvPr/>
        </p:nvSpPr>
        <p:spPr>
          <a:xfrm>
            <a:off x="152400" y="228600"/>
            <a:ext cx="8763000" cy="463550"/>
          </a:xfrm>
          <a:prstGeom prst="rect">
            <a:avLst/>
          </a:prstGeom>
        </p:spPr>
        <p:txBody>
          <a:bodyPr/>
          <a:lstStyle>
            <a:lvl1pPr algn="l" rtl="0" eaLnBrk="1" fontAlgn="base" hangingPunct="1">
              <a:spcBef>
                <a:spcPct val="0"/>
              </a:spcBef>
              <a:spcAft>
                <a:spcPct val="0"/>
              </a:spcAft>
              <a:defRPr sz="2400" b="1">
                <a:solidFill>
                  <a:srgbClr val="003478"/>
                </a:solidFill>
                <a:latin typeface="+mj-lt"/>
                <a:ea typeface="+mj-ea"/>
                <a:cs typeface="+mj-cs"/>
              </a:defRPr>
            </a:lvl1pPr>
            <a:lvl2pPr algn="l" rtl="0" eaLnBrk="1" fontAlgn="base" hangingPunct="1">
              <a:spcBef>
                <a:spcPct val="0"/>
              </a:spcBef>
              <a:spcAft>
                <a:spcPct val="0"/>
              </a:spcAft>
              <a:defRPr sz="2400" b="1">
                <a:solidFill>
                  <a:srgbClr val="003399"/>
                </a:solidFill>
                <a:latin typeface="Arial" pitchFamily="34" charset="0"/>
              </a:defRPr>
            </a:lvl2pPr>
            <a:lvl3pPr algn="l" rtl="0" eaLnBrk="1" fontAlgn="base" hangingPunct="1">
              <a:spcBef>
                <a:spcPct val="0"/>
              </a:spcBef>
              <a:spcAft>
                <a:spcPct val="0"/>
              </a:spcAft>
              <a:defRPr sz="2400" b="1">
                <a:solidFill>
                  <a:srgbClr val="003399"/>
                </a:solidFill>
                <a:latin typeface="Arial" pitchFamily="34" charset="0"/>
              </a:defRPr>
            </a:lvl3pPr>
            <a:lvl4pPr algn="l" rtl="0" eaLnBrk="1" fontAlgn="base" hangingPunct="1">
              <a:spcBef>
                <a:spcPct val="0"/>
              </a:spcBef>
              <a:spcAft>
                <a:spcPct val="0"/>
              </a:spcAft>
              <a:defRPr sz="2400" b="1">
                <a:solidFill>
                  <a:srgbClr val="003399"/>
                </a:solidFill>
                <a:latin typeface="Arial" pitchFamily="34" charset="0"/>
              </a:defRPr>
            </a:lvl4pPr>
            <a:lvl5pPr algn="l" rtl="0" eaLnBrk="1" fontAlgn="base" hangingPunct="1">
              <a:spcBef>
                <a:spcPct val="0"/>
              </a:spcBef>
              <a:spcAft>
                <a:spcPct val="0"/>
              </a:spcAft>
              <a:defRPr sz="2400" b="1">
                <a:solidFill>
                  <a:srgbClr val="003399"/>
                </a:solidFill>
                <a:latin typeface="Arial" pitchFamily="34" charset="0"/>
              </a:defRPr>
            </a:lvl5pPr>
            <a:lvl6pPr marL="457189" algn="l" rtl="0" eaLnBrk="1" fontAlgn="base" hangingPunct="1">
              <a:spcBef>
                <a:spcPct val="0"/>
              </a:spcBef>
              <a:spcAft>
                <a:spcPct val="0"/>
              </a:spcAft>
              <a:defRPr sz="2400" b="1">
                <a:solidFill>
                  <a:srgbClr val="003399"/>
                </a:solidFill>
                <a:latin typeface="Arial" pitchFamily="34" charset="0"/>
              </a:defRPr>
            </a:lvl6pPr>
            <a:lvl7pPr marL="914377" algn="l" rtl="0" eaLnBrk="1" fontAlgn="base" hangingPunct="1">
              <a:spcBef>
                <a:spcPct val="0"/>
              </a:spcBef>
              <a:spcAft>
                <a:spcPct val="0"/>
              </a:spcAft>
              <a:defRPr sz="2400" b="1">
                <a:solidFill>
                  <a:srgbClr val="003399"/>
                </a:solidFill>
                <a:latin typeface="Arial" pitchFamily="34" charset="0"/>
              </a:defRPr>
            </a:lvl7pPr>
            <a:lvl8pPr marL="1371566" algn="l" rtl="0" eaLnBrk="1" fontAlgn="base" hangingPunct="1">
              <a:spcBef>
                <a:spcPct val="0"/>
              </a:spcBef>
              <a:spcAft>
                <a:spcPct val="0"/>
              </a:spcAft>
              <a:defRPr sz="2400" b="1">
                <a:solidFill>
                  <a:srgbClr val="003399"/>
                </a:solidFill>
                <a:latin typeface="Arial" pitchFamily="34" charset="0"/>
              </a:defRPr>
            </a:lvl8pPr>
            <a:lvl9pPr marL="1828754" algn="l" rtl="0" eaLnBrk="1" fontAlgn="base" hangingPunct="1">
              <a:spcBef>
                <a:spcPct val="0"/>
              </a:spcBef>
              <a:spcAft>
                <a:spcPct val="0"/>
              </a:spcAft>
              <a:defRPr sz="2400" b="1">
                <a:solidFill>
                  <a:srgbClr val="003399"/>
                </a:solidFill>
                <a:latin typeface="Arial" pitchFamily="34" charset="0"/>
              </a:defRPr>
            </a:lvl9pPr>
          </a:lstStyle>
          <a:p>
            <a:pPr algn="ctr"/>
            <a:r>
              <a:rPr lang="en-US" sz="2600" kern="0" dirty="0"/>
              <a:t>Key Accomplishments</a:t>
            </a:r>
            <a:endParaRPr lang="en-US" kern="0" dirty="0"/>
          </a:p>
        </p:txBody>
      </p:sp>
      <p:sp>
        <p:nvSpPr>
          <p:cNvPr id="4" name="Text Placeholder 3">
            <a:extLst>
              <a:ext uri="{FF2B5EF4-FFF2-40B4-BE49-F238E27FC236}">
                <a16:creationId xmlns:a16="http://schemas.microsoft.com/office/drawing/2014/main" id="{5F9A7878-4B29-4519-BFD6-CD4AD48AEB2D}"/>
              </a:ext>
            </a:extLst>
          </p:cNvPr>
          <p:cNvSpPr txBox="1">
            <a:spLocks/>
          </p:cNvSpPr>
          <p:nvPr/>
        </p:nvSpPr>
        <p:spPr bwMode="auto">
          <a:xfrm>
            <a:off x="326694" y="1232487"/>
            <a:ext cx="8414412" cy="5164491"/>
          </a:xfrm>
          <a:prstGeom prst="rect">
            <a:avLst/>
          </a:prstGeom>
          <a:noFill/>
          <a:ln w="19050">
            <a:noFill/>
            <a:miter lim="800000"/>
            <a:headEnd/>
            <a:tailEnd/>
          </a:ln>
          <a:effectLst/>
        </p:spPr>
        <p:txBody>
          <a:bodyPr vert="horz" wrap="square" lIns="0" tIns="0" rIns="0" bIns="0" numCol="1" anchor="t" anchorCtr="0" compatLnSpc="1">
            <a:prstTxWarp prst="textNoShape">
              <a:avLst/>
            </a:prstTxWarp>
            <a:spAutoFit/>
          </a:bodyPr>
          <a:lstStyle>
            <a:lvl1pPr marL="222250" indent="-222250" algn="l" defTabSz="887413" rtl="0" eaLnBrk="1" fontAlgn="base" hangingPunct="1">
              <a:spcBef>
                <a:spcPct val="20000"/>
              </a:spcBef>
              <a:spcAft>
                <a:spcPct val="0"/>
              </a:spcAft>
              <a:buSzPct val="100000"/>
              <a:buChar char="•"/>
              <a:defRPr sz="2400" b="1">
                <a:solidFill>
                  <a:schemeClr val="bg2"/>
                </a:solidFill>
                <a:effectLst/>
                <a:latin typeface="+mn-lt"/>
                <a:ea typeface="ＭＳ Ｐゴシック" pitchFamily="-112" charset="-128"/>
                <a:cs typeface="ＭＳ Ｐゴシック" pitchFamily="-112" charset="-128"/>
              </a:defRPr>
            </a:lvl1pPr>
            <a:lvl2pPr marL="615950" indent="-279400" algn="l" defTabSz="887413" rtl="0" eaLnBrk="1" fontAlgn="base" hangingPunct="1">
              <a:spcBef>
                <a:spcPct val="20000"/>
              </a:spcBef>
              <a:spcAft>
                <a:spcPct val="0"/>
              </a:spcAft>
              <a:buSzPct val="100000"/>
              <a:buChar char="–"/>
              <a:defRPr sz="2400" b="1">
                <a:solidFill>
                  <a:schemeClr val="bg2"/>
                </a:solidFill>
                <a:effectLst/>
                <a:latin typeface="+mn-lt"/>
                <a:ea typeface="ＭＳ Ｐゴシック" pitchFamily="-112" charset="-128"/>
              </a:defRPr>
            </a:lvl2pPr>
            <a:lvl3pPr marL="998538" indent="-268288" algn="l" defTabSz="887413" rtl="0" eaLnBrk="1" fontAlgn="base" hangingPunct="1">
              <a:spcBef>
                <a:spcPct val="20000"/>
              </a:spcBef>
              <a:spcAft>
                <a:spcPct val="0"/>
              </a:spcAft>
              <a:buSzPct val="80000"/>
              <a:buChar char="•"/>
              <a:defRPr sz="2400" b="1">
                <a:solidFill>
                  <a:schemeClr val="bg2"/>
                </a:solidFill>
                <a:effectLst/>
                <a:latin typeface="+mn-lt"/>
                <a:ea typeface="ＭＳ Ｐゴシック" pitchFamily="-112" charset="-128"/>
              </a:defRPr>
            </a:lvl3pPr>
            <a:lvl4pPr marL="1550988" indent="-222250" algn="l" defTabSz="887413" rtl="0" eaLnBrk="1" fontAlgn="base" hangingPunct="1">
              <a:spcBef>
                <a:spcPct val="20000"/>
              </a:spcBef>
              <a:spcAft>
                <a:spcPct val="0"/>
              </a:spcAft>
              <a:buChar char="–"/>
              <a:defRPr sz="2000" b="1">
                <a:solidFill>
                  <a:schemeClr val="bg2"/>
                </a:solidFill>
                <a:effectLst/>
                <a:latin typeface="+mn-lt"/>
                <a:ea typeface="ＭＳ Ｐゴシック" pitchFamily="-112" charset="-128"/>
              </a:defRPr>
            </a:lvl4pPr>
            <a:lvl5pPr marL="1993900" indent="-222250" algn="l" defTabSz="887413" rtl="0" eaLnBrk="1" fontAlgn="base" hangingPunct="1">
              <a:spcBef>
                <a:spcPct val="20000"/>
              </a:spcBef>
              <a:spcAft>
                <a:spcPct val="0"/>
              </a:spcAft>
              <a:buChar char="»"/>
              <a:defRPr sz="2000" b="1">
                <a:solidFill>
                  <a:schemeClr val="bg2"/>
                </a:solidFill>
                <a:effectLst/>
                <a:latin typeface="+mn-lt"/>
                <a:ea typeface="ＭＳ Ｐゴシック" pitchFamily="-112" charset="-128"/>
              </a:defRPr>
            </a:lvl5pPr>
            <a:lvl6pPr marL="24511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6pPr>
            <a:lvl7pPr marL="29083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7pPr>
            <a:lvl8pPr marL="33655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8pPr>
            <a:lvl9pPr marL="38227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9pPr>
          </a:lstStyle>
          <a:p>
            <a:pPr marL="0" indent="0">
              <a:buClr>
                <a:srgbClr val="000000"/>
              </a:buClr>
              <a:buFont typeface="Wingdings" pitchFamily="2" charset="2"/>
              <a:buNone/>
            </a:pPr>
            <a:endParaRPr lang="en-US" sz="1200" dirty="0">
              <a:solidFill>
                <a:srgbClr val="000000"/>
              </a:solidFill>
            </a:endParaRPr>
          </a:p>
          <a:p>
            <a:pPr lvl="1">
              <a:spcBef>
                <a:spcPts val="0"/>
              </a:spcBef>
              <a:buClr>
                <a:srgbClr val="000000"/>
              </a:buClr>
              <a:buFont typeface="Arial" panose="020B0604020202020204" pitchFamily="34" charset="0"/>
              <a:buChar char="•"/>
            </a:pPr>
            <a:r>
              <a:rPr lang="en-US" sz="1800" b="0" dirty="0">
                <a:solidFill>
                  <a:srgbClr val="000000"/>
                </a:solidFill>
                <a:cs typeface="Arial" charset="0"/>
              </a:rPr>
              <a:t>Project began July 2017</a:t>
            </a:r>
          </a:p>
          <a:p>
            <a:pPr lvl="1">
              <a:spcBef>
                <a:spcPts val="0"/>
              </a:spcBef>
              <a:buClr>
                <a:srgbClr val="000000"/>
              </a:buClr>
              <a:buFont typeface="Arial" panose="020B0604020202020204" pitchFamily="34" charset="0"/>
              <a:buChar char="•"/>
            </a:pPr>
            <a:r>
              <a:rPr lang="en-US" sz="1800" b="0" dirty="0">
                <a:solidFill>
                  <a:srgbClr val="000000"/>
                </a:solidFill>
                <a:cs typeface="Arial" charset="0"/>
              </a:rPr>
              <a:t>PhD student on board</a:t>
            </a:r>
          </a:p>
          <a:p>
            <a:pPr lvl="1">
              <a:spcBef>
                <a:spcPts val="0"/>
              </a:spcBef>
              <a:buClr>
                <a:srgbClr val="000000"/>
              </a:buClr>
              <a:buFont typeface="Arial" panose="020B0604020202020204" pitchFamily="34" charset="0"/>
              <a:buChar char="•"/>
            </a:pPr>
            <a:r>
              <a:rPr lang="en-US" sz="1800" b="0" dirty="0">
                <a:solidFill>
                  <a:srgbClr val="000000"/>
                </a:solidFill>
                <a:cs typeface="Arial" charset="0"/>
              </a:rPr>
              <a:t>Extensive literature review</a:t>
            </a:r>
          </a:p>
          <a:p>
            <a:pPr lvl="1">
              <a:spcBef>
                <a:spcPts val="0"/>
              </a:spcBef>
              <a:buClr>
                <a:srgbClr val="000000"/>
              </a:buClr>
              <a:buFont typeface="Arial" panose="020B0604020202020204" pitchFamily="34" charset="0"/>
              <a:buChar char="•"/>
            </a:pPr>
            <a:r>
              <a:rPr lang="en-US" sz="1800" b="0" dirty="0">
                <a:solidFill>
                  <a:srgbClr val="000000"/>
                </a:solidFill>
                <a:cs typeface="Arial" charset="0"/>
              </a:rPr>
              <a:t>Presented to LM Joint TFG workshop Sept. 26</a:t>
            </a:r>
          </a:p>
          <a:p>
            <a:pPr lvl="1">
              <a:spcBef>
                <a:spcPts val="0"/>
              </a:spcBef>
              <a:buClr>
                <a:srgbClr val="000000"/>
              </a:buClr>
              <a:buFont typeface="Arial" panose="020B0604020202020204" pitchFamily="34" charset="0"/>
              <a:buChar char="•"/>
            </a:pPr>
            <a:r>
              <a:rPr lang="en-US" sz="1800" b="0" dirty="0">
                <a:solidFill>
                  <a:srgbClr val="000000"/>
                </a:solidFill>
                <a:cs typeface="Arial" charset="0"/>
              </a:rPr>
              <a:t>Prepar3D installed at UTA</a:t>
            </a:r>
          </a:p>
          <a:p>
            <a:pPr lvl="1">
              <a:spcBef>
                <a:spcPts val="0"/>
              </a:spcBef>
              <a:buClr>
                <a:srgbClr val="000000"/>
              </a:buClr>
              <a:buFont typeface="Arial" panose="020B0604020202020204" pitchFamily="34" charset="0"/>
              <a:buChar char="•"/>
            </a:pPr>
            <a:r>
              <a:rPr lang="en-US" sz="1800" b="0" dirty="0">
                <a:solidFill>
                  <a:srgbClr val="000000"/>
                </a:solidFill>
                <a:cs typeface="Arial" charset="0"/>
              </a:rPr>
              <a:t>Draft experiment design</a:t>
            </a:r>
          </a:p>
          <a:p>
            <a:pPr lvl="1">
              <a:spcBef>
                <a:spcPts val="0"/>
              </a:spcBef>
              <a:buClr>
                <a:srgbClr val="000000"/>
              </a:buClr>
              <a:buFont typeface="Arial" panose="020B0604020202020204" pitchFamily="34" charset="0"/>
              <a:buChar char="•"/>
            </a:pPr>
            <a:r>
              <a:rPr lang="en-US" sz="1800" b="0" dirty="0">
                <a:solidFill>
                  <a:srgbClr val="000000"/>
                </a:solidFill>
                <a:cs typeface="Arial" charset="0"/>
              </a:rPr>
              <a:t>Draft research protocol for Institutional Review Board (IRB)</a:t>
            </a:r>
          </a:p>
          <a:p>
            <a:pPr lvl="1">
              <a:spcBef>
                <a:spcPts val="0"/>
              </a:spcBef>
              <a:buClr>
                <a:srgbClr val="000000"/>
              </a:buClr>
              <a:buFont typeface="Arial" panose="020B0604020202020204" pitchFamily="34" charset="0"/>
              <a:buChar char="•"/>
            </a:pPr>
            <a:r>
              <a:rPr lang="en-US" sz="1800" b="0" dirty="0">
                <a:solidFill>
                  <a:srgbClr val="000000"/>
                </a:solidFill>
                <a:cs typeface="Arial" charset="0"/>
              </a:rPr>
              <a:t>Design ISR scenarios and implement in Prepar3D</a:t>
            </a:r>
          </a:p>
          <a:p>
            <a:pPr lvl="2">
              <a:spcBef>
                <a:spcPts val="0"/>
              </a:spcBef>
              <a:buClr>
                <a:srgbClr val="000000"/>
              </a:buClr>
              <a:buFont typeface="Arial" panose="020B0604020202020204" pitchFamily="34" charset="0"/>
              <a:buChar char="•"/>
            </a:pPr>
            <a:r>
              <a:rPr lang="en-US" sz="1800" b="0" dirty="0">
                <a:solidFill>
                  <a:srgbClr val="000000"/>
                </a:solidFill>
                <a:cs typeface="Arial" charset="0"/>
              </a:rPr>
              <a:t>Improvised explosive device (IED) roadside deployment in war zone</a:t>
            </a:r>
          </a:p>
          <a:p>
            <a:pPr lvl="2">
              <a:spcBef>
                <a:spcPts val="0"/>
              </a:spcBef>
              <a:buClr>
                <a:srgbClr val="000000"/>
              </a:buClr>
              <a:buFont typeface="Arial" panose="020B0604020202020204" pitchFamily="34" charset="0"/>
              <a:buChar char="•"/>
            </a:pPr>
            <a:r>
              <a:rPr lang="en-US" sz="1800" b="0" dirty="0">
                <a:solidFill>
                  <a:srgbClr val="000000"/>
                </a:solidFill>
                <a:cs typeface="Arial" charset="0"/>
              </a:rPr>
              <a:t>Weapons smuggling</a:t>
            </a:r>
          </a:p>
          <a:p>
            <a:pPr lvl="2">
              <a:spcBef>
                <a:spcPts val="0"/>
              </a:spcBef>
              <a:buClr>
                <a:srgbClr val="000000"/>
              </a:buClr>
              <a:buFont typeface="Arial" panose="020B0604020202020204" pitchFamily="34" charset="0"/>
              <a:buChar char="•"/>
            </a:pPr>
            <a:r>
              <a:rPr lang="en-US" sz="1800" b="0" dirty="0">
                <a:solidFill>
                  <a:srgbClr val="000000"/>
                </a:solidFill>
                <a:cs typeface="Arial" charset="0"/>
              </a:rPr>
              <a:t>Terrorist attack on a US ship in a harbor by small vessels</a:t>
            </a:r>
          </a:p>
          <a:p>
            <a:pPr lvl="1">
              <a:spcBef>
                <a:spcPts val="0"/>
              </a:spcBef>
              <a:buClr>
                <a:srgbClr val="000000"/>
              </a:buClr>
              <a:buFont typeface="Arial" panose="020B0604020202020204" pitchFamily="34" charset="0"/>
              <a:buChar char="•"/>
            </a:pPr>
            <a:r>
              <a:rPr lang="en-US" sz="1800" b="0" dirty="0">
                <a:solidFill>
                  <a:srgbClr val="000000"/>
                </a:solidFill>
                <a:cs typeface="Arial" charset="0"/>
              </a:rPr>
              <a:t>Revise ISR scenarios for experimental use</a:t>
            </a:r>
          </a:p>
          <a:p>
            <a:pPr lvl="1">
              <a:spcBef>
                <a:spcPts val="0"/>
              </a:spcBef>
              <a:buClr>
                <a:srgbClr val="000000"/>
              </a:buClr>
              <a:buFont typeface="Arial" panose="020B0604020202020204" pitchFamily="34" charset="0"/>
              <a:buChar char="•"/>
            </a:pPr>
            <a:r>
              <a:rPr lang="en-US" sz="1800" b="0" dirty="0">
                <a:solidFill>
                  <a:srgbClr val="000000"/>
                </a:solidFill>
                <a:cs typeface="Arial" charset="0"/>
              </a:rPr>
              <a:t>Creating/modifying algorithms for real-time eye-tracking data processing</a:t>
            </a:r>
          </a:p>
          <a:p>
            <a:pPr lvl="1">
              <a:spcBef>
                <a:spcPts val="0"/>
              </a:spcBef>
              <a:buClr>
                <a:srgbClr val="000000"/>
              </a:buClr>
              <a:buFont typeface="Arial" panose="020B0604020202020204" pitchFamily="34" charset="0"/>
              <a:buChar char="•"/>
            </a:pPr>
            <a:endParaRPr lang="en-US" sz="1800" b="0" dirty="0">
              <a:solidFill>
                <a:srgbClr val="000000"/>
              </a:solidFill>
              <a:cs typeface="Arial" charset="0"/>
            </a:endParaRPr>
          </a:p>
          <a:p>
            <a:pPr lvl="1">
              <a:spcBef>
                <a:spcPts val="0"/>
              </a:spcBef>
              <a:buClr>
                <a:srgbClr val="000000"/>
              </a:buClr>
              <a:buFont typeface="Arial" panose="020B0604020202020204" pitchFamily="34" charset="0"/>
              <a:buChar char="•"/>
            </a:pPr>
            <a:endParaRPr lang="en-US" sz="1400" b="0" dirty="0">
              <a:solidFill>
                <a:srgbClr val="000000"/>
              </a:solidFill>
              <a:cs typeface="Arial" charset="0"/>
            </a:endParaRPr>
          </a:p>
          <a:p>
            <a:pPr>
              <a:buClr>
                <a:srgbClr val="000000"/>
              </a:buClr>
              <a:buFont typeface="Arial" panose="020B0604020202020204" pitchFamily="34" charset="0"/>
              <a:buChar char="•"/>
            </a:pPr>
            <a:endParaRPr lang="en-US" sz="1600" b="0" dirty="0">
              <a:solidFill>
                <a:srgbClr val="000000"/>
              </a:solidFill>
              <a:cs typeface="+mn-cs"/>
            </a:endParaRPr>
          </a:p>
          <a:p>
            <a:pPr lvl="1">
              <a:buClr>
                <a:srgbClr val="000000"/>
              </a:buClr>
              <a:buFont typeface="Arial" panose="020B0604020202020204" pitchFamily="34" charset="0"/>
              <a:buChar char="•"/>
            </a:pPr>
            <a:endParaRPr lang="en-US" sz="1600" b="0" dirty="0">
              <a:solidFill>
                <a:srgbClr val="000000"/>
              </a:solidFill>
              <a:cs typeface="Arial" charset="0"/>
            </a:endParaRPr>
          </a:p>
          <a:p>
            <a:pPr lvl="1">
              <a:buClr>
                <a:srgbClr val="000000"/>
              </a:buClr>
              <a:buFont typeface="Arial" panose="020B0604020202020204" pitchFamily="34" charset="0"/>
              <a:buChar char="•"/>
            </a:pPr>
            <a:endParaRPr lang="en-US" sz="1600" b="0" dirty="0">
              <a:solidFill>
                <a:srgbClr val="000000"/>
              </a:solidFill>
              <a:cs typeface="Arial" charset="0"/>
            </a:endParaRPr>
          </a:p>
        </p:txBody>
      </p:sp>
      <p:sp>
        <p:nvSpPr>
          <p:cNvPr id="5" name="Footer Placeholder 4">
            <a:extLst>
              <a:ext uri="{FF2B5EF4-FFF2-40B4-BE49-F238E27FC236}">
                <a16:creationId xmlns:a16="http://schemas.microsoft.com/office/drawing/2014/main" id="{98662FF3-02BC-44E7-AA74-F346BD040C0B}"/>
              </a:ext>
            </a:extLst>
          </p:cNvPr>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574991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08F30-6F98-4F49-BDB7-248C56CFBA82}"/>
              </a:ext>
            </a:extLst>
          </p:cNvPr>
          <p:cNvSpPr txBox="1">
            <a:spLocks/>
          </p:cNvSpPr>
          <p:nvPr/>
        </p:nvSpPr>
        <p:spPr>
          <a:xfrm>
            <a:off x="152400" y="228600"/>
            <a:ext cx="8763000" cy="463550"/>
          </a:xfrm>
          <a:prstGeom prst="rect">
            <a:avLst/>
          </a:prstGeom>
        </p:spPr>
        <p:txBody>
          <a:bodyPr/>
          <a:lstStyle>
            <a:lvl1pPr algn="l" rtl="0" eaLnBrk="1" fontAlgn="base" hangingPunct="1">
              <a:spcBef>
                <a:spcPct val="0"/>
              </a:spcBef>
              <a:spcAft>
                <a:spcPct val="0"/>
              </a:spcAft>
              <a:defRPr sz="2400" b="1">
                <a:solidFill>
                  <a:srgbClr val="003478"/>
                </a:solidFill>
                <a:latin typeface="+mj-lt"/>
                <a:ea typeface="+mj-ea"/>
                <a:cs typeface="+mj-cs"/>
              </a:defRPr>
            </a:lvl1pPr>
            <a:lvl2pPr algn="l" rtl="0" eaLnBrk="1" fontAlgn="base" hangingPunct="1">
              <a:spcBef>
                <a:spcPct val="0"/>
              </a:spcBef>
              <a:spcAft>
                <a:spcPct val="0"/>
              </a:spcAft>
              <a:defRPr sz="2400" b="1">
                <a:solidFill>
                  <a:srgbClr val="003399"/>
                </a:solidFill>
                <a:latin typeface="Arial" pitchFamily="34" charset="0"/>
              </a:defRPr>
            </a:lvl2pPr>
            <a:lvl3pPr algn="l" rtl="0" eaLnBrk="1" fontAlgn="base" hangingPunct="1">
              <a:spcBef>
                <a:spcPct val="0"/>
              </a:spcBef>
              <a:spcAft>
                <a:spcPct val="0"/>
              </a:spcAft>
              <a:defRPr sz="2400" b="1">
                <a:solidFill>
                  <a:srgbClr val="003399"/>
                </a:solidFill>
                <a:latin typeface="Arial" pitchFamily="34" charset="0"/>
              </a:defRPr>
            </a:lvl3pPr>
            <a:lvl4pPr algn="l" rtl="0" eaLnBrk="1" fontAlgn="base" hangingPunct="1">
              <a:spcBef>
                <a:spcPct val="0"/>
              </a:spcBef>
              <a:spcAft>
                <a:spcPct val="0"/>
              </a:spcAft>
              <a:defRPr sz="2400" b="1">
                <a:solidFill>
                  <a:srgbClr val="003399"/>
                </a:solidFill>
                <a:latin typeface="Arial" pitchFamily="34" charset="0"/>
              </a:defRPr>
            </a:lvl4pPr>
            <a:lvl5pPr algn="l" rtl="0" eaLnBrk="1" fontAlgn="base" hangingPunct="1">
              <a:spcBef>
                <a:spcPct val="0"/>
              </a:spcBef>
              <a:spcAft>
                <a:spcPct val="0"/>
              </a:spcAft>
              <a:defRPr sz="2400" b="1">
                <a:solidFill>
                  <a:srgbClr val="003399"/>
                </a:solidFill>
                <a:latin typeface="Arial" pitchFamily="34" charset="0"/>
              </a:defRPr>
            </a:lvl5pPr>
            <a:lvl6pPr marL="457189" algn="l" rtl="0" eaLnBrk="1" fontAlgn="base" hangingPunct="1">
              <a:spcBef>
                <a:spcPct val="0"/>
              </a:spcBef>
              <a:spcAft>
                <a:spcPct val="0"/>
              </a:spcAft>
              <a:defRPr sz="2400" b="1">
                <a:solidFill>
                  <a:srgbClr val="003399"/>
                </a:solidFill>
                <a:latin typeface="Arial" pitchFamily="34" charset="0"/>
              </a:defRPr>
            </a:lvl6pPr>
            <a:lvl7pPr marL="914377" algn="l" rtl="0" eaLnBrk="1" fontAlgn="base" hangingPunct="1">
              <a:spcBef>
                <a:spcPct val="0"/>
              </a:spcBef>
              <a:spcAft>
                <a:spcPct val="0"/>
              </a:spcAft>
              <a:defRPr sz="2400" b="1">
                <a:solidFill>
                  <a:srgbClr val="003399"/>
                </a:solidFill>
                <a:latin typeface="Arial" pitchFamily="34" charset="0"/>
              </a:defRPr>
            </a:lvl7pPr>
            <a:lvl8pPr marL="1371566" algn="l" rtl="0" eaLnBrk="1" fontAlgn="base" hangingPunct="1">
              <a:spcBef>
                <a:spcPct val="0"/>
              </a:spcBef>
              <a:spcAft>
                <a:spcPct val="0"/>
              </a:spcAft>
              <a:defRPr sz="2400" b="1">
                <a:solidFill>
                  <a:srgbClr val="003399"/>
                </a:solidFill>
                <a:latin typeface="Arial" pitchFamily="34" charset="0"/>
              </a:defRPr>
            </a:lvl8pPr>
            <a:lvl9pPr marL="1828754" algn="l" rtl="0" eaLnBrk="1" fontAlgn="base" hangingPunct="1">
              <a:spcBef>
                <a:spcPct val="0"/>
              </a:spcBef>
              <a:spcAft>
                <a:spcPct val="0"/>
              </a:spcAft>
              <a:defRPr sz="2400" b="1">
                <a:solidFill>
                  <a:srgbClr val="003399"/>
                </a:solidFill>
                <a:latin typeface="Arial" pitchFamily="34" charset="0"/>
              </a:defRPr>
            </a:lvl9pPr>
          </a:lstStyle>
          <a:p>
            <a:pPr algn="ctr"/>
            <a:r>
              <a:rPr lang="en-US" sz="2600" kern="0" dirty="0"/>
              <a:t>2018 Plans</a:t>
            </a:r>
            <a:endParaRPr lang="en-US" kern="0" dirty="0"/>
          </a:p>
        </p:txBody>
      </p:sp>
      <p:sp>
        <p:nvSpPr>
          <p:cNvPr id="3" name="Footer Placeholder 2">
            <a:extLst>
              <a:ext uri="{FF2B5EF4-FFF2-40B4-BE49-F238E27FC236}">
                <a16:creationId xmlns:a16="http://schemas.microsoft.com/office/drawing/2014/main" id="{D6768F38-14C3-4440-A564-E7EAB7096A10}"/>
              </a:ext>
            </a:extLst>
          </p:cNvPr>
          <p:cNvSpPr>
            <a:spLocks noGrp="1"/>
          </p:cNvSpPr>
          <p:nvPr>
            <p:ph type="ftr" sz="quarter" idx="10"/>
          </p:nvPr>
        </p:nvSpPr>
        <p:spPr/>
        <p:txBody>
          <a:bodyPr/>
          <a:lstStyle/>
          <a:p>
            <a:endParaRPr lang="en-US"/>
          </a:p>
        </p:txBody>
      </p:sp>
      <p:sp>
        <p:nvSpPr>
          <p:cNvPr id="4" name="Text Placeholder 3">
            <a:extLst>
              <a:ext uri="{FF2B5EF4-FFF2-40B4-BE49-F238E27FC236}">
                <a16:creationId xmlns:a16="http://schemas.microsoft.com/office/drawing/2014/main" id="{914EA8A1-956F-4369-B5BC-F933D739FC55}"/>
              </a:ext>
            </a:extLst>
          </p:cNvPr>
          <p:cNvSpPr txBox="1">
            <a:spLocks/>
          </p:cNvSpPr>
          <p:nvPr/>
        </p:nvSpPr>
        <p:spPr bwMode="auto">
          <a:xfrm>
            <a:off x="326694" y="1232487"/>
            <a:ext cx="8414412" cy="1840504"/>
          </a:xfrm>
          <a:prstGeom prst="rect">
            <a:avLst/>
          </a:prstGeom>
          <a:noFill/>
          <a:ln w="19050">
            <a:noFill/>
            <a:miter lim="800000"/>
            <a:headEnd/>
            <a:tailEnd/>
          </a:ln>
          <a:effectLst/>
        </p:spPr>
        <p:txBody>
          <a:bodyPr vert="horz" wrap="square" lIns="0" tIns="0" rIns="0" bIns="0" numCol="1" anchor="t" anchorCtr="0" compatLnSpc="1">
            <a:prstTxWarp prst="textNoShape">
              <a:avLst/>
            </a:prstTxWarp>
            <a:spAutoFit/>
          </a:bodyPr>
          <a:lstStyle>
            <a:lvl1pPr marL="222250" indent="-222250" algn="l" defTabSz="887413" rtl="0" eaLnBrk="1" fontAlgn="base" hangingPunct="1">
              <a:spcBef>
                <a:spcPct val="20000"/>
              </a:spcBef>
              <a:spcAft>
                <a:spcPct val="0"/>
              </a:spcAft>
              <a:buSzPct val="100000"/>
              <a:buChar char="•"/>
              <a:defRPr sz="2400" b="1">
                <a:solidFill>
                  <a:schemeClr val="bg2"/>
                </a:solidFill>
                <a:effectLst/>
                <a:latin typeface="+mn-lt"/>
                <a:ea typeface="ＭＳ Ｐゴシック" pitchFamily="-112" charset="-128"/>
                <a:cs typeface="ＭＳ Ｐゴシック" pitchFamily="-112" charset="-128"/>
              </a:defRPr>
            </a:lvl1pPr>
            <a:lvl2pPr marL="615950" indent="-279400" algn="l" defTabSz="887413" rtl="0" eaLnBrk="1" fontAlgn="base" hangingPunct="1">
              <a:spcBef>
                <a:spcPct val="20000"/>
              </a:spcBef>
              <a:spcAft>
                <a:spcPct val="0"/>
              </a:spcAft>
              <a:buSzPct val="100000"/>
              <a:buChar char="–"/>
              <a:defRPr sz="2400" b="1">
                <a:solidFill>
                  <a:schemeClr val="bg2"/>
                </a:solidFill>
                <a:effectLst/>
                <a:latin typeface="+mn-lt"/>
                <a:ea typeface="ＭＳ Ｐゴシック" pitchFamily="-112" charset="-128"/>
              </a:defRPr>
            </a:lvl2pPr>
            <a:lvl3pPr marL="998538" indent="-268288" algn="l" defTabSz="887413" rtl="0" eaLnBrk="1" fontAlgn="base" hangingPunct="1">
              <a:spcBef>
                <a:spcPct val="20000"/>
              </a:spcBef>
              <a:spcAft>
                <a:spcPct val="0"/>
              </a:spcAft>
              <a:buSzPct val="80000"/>
              <a:buChar char="•"/>
              <a:defRPr sz="2400" b="1">
                <a:solidFill>
                  <a:schemeClr val="bg2"/>
                </a:solidFill>
                <a:effectLst/>
                <a:latin typeface="+mn-lt"/>
                <a:ea typeface="ＭＳ Ｐゴシック" pitchFamily="-112" charset="-128"/>
              </a:defRPr>
            </a:lvl3pPr>
            <a:lvl4pPr marL="1550988" indent="-222250" algn="l" defTabSz="887413" rtl="0" eaLnBrk="1" fontAlgn="base" hangingPunct="1">
              <a:spcBef>
                <a:spcPct val="20000"/>
              </a:spcBef>
              <a:spcAft>
                <a:spcPct val="0"/>
              </a:spcAft>
              <a:buChar char="–"/>
              <a:defRPr sz="2000" b="1">
                <a:solidFill>
                  <a:schemeClr val="bg2"/>
                </a:solidFill>
                <a:effectLst/>
                <a:latin typeface="+mn-lt"/>
                <a:ea typeface="ＭＳ Ｐゴシック" pitchFamily="-112" charset="-128"/>
              </a:defRPr>
            </a:lvl4pPr>
            <a:lvl5pPr marL="1993900" indent="-222250" algn="l" defTabSz="887413" rtl="0" eaLnBrk="1" fontAlgn="base" hangingPunct="1">
              <a:spcBef>
                <a:spcPct val="20000"/>
              </a:spcBef>
              <a:spcAft>
                <a:spcPct val="0"/>
              </a:spcAft>
              <a:buChar char="»"/>
              <a:defRPr sz="2000" b="1">
                <a:solidFill>
                  <a:schemeClr val="bg2"/>
                </a:solidFill>
                <a:effectLst/>
                <a:latin typeface="+mn-lt"/>
                <a:ea typeface="ＭＳ Ｐゴシック" pitchFamily="-112" charset="-128"/>
              </a:defRPr>
            </a:lvl5pPr>
            <a:lvl6pPr marL="24511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6pPr>
            <a:lvl7pPr marL="29083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7pPr>
            <a:lvl8pPr marL="33655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8pPr>
            <a:lvl9pPr marL="38227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9pPr>
          </a:lstStyle>
          <a:p>
            <a:pPr marL="0" indent="0">
              <a:buClr>
                <a:srgbClr val="000000"/>
              </a:buClr>
              <a:buFont typeface="Wingdings" pitchFamily="2" charset="2"/>
              <a:buNone/>
            </a:pPr>
            <a:endParaRPr lang="en-US" sz="1200" dirty="0">
              <a:solidFill>
                <a:srgbClr val="000000"/>
              </a:solidFill>
            </a:endParaRPr>
          </a:p>
          <a:p>
            <a:pPr lvl="1">
              <a:spcBef>
                <a:spcPts val="0"/>
              </a:spcBef>
              <a:buClr>
                <a:srgbClr val="000000"/>
              </a:buClr>
              <a:buFont typeface="Arial" panose="020B0604020202020204" pitchFamily="34" charset="0"/>
              <a:buChar char="•"/>
            </a:pPr>
            <a:r>
              <a:rPr lang="en-US" sz="1800" b="0" dirty="0">
                <a:solidFill>
                  <a:srgbClr val="000000"/>
                </a:solidFill>
                <a:cs typeface="Arial" charset="0"/>
              </a:rPr>
              <a:t>Conduct ISR experiment</a:t>
            </a:r>
          </a:p>
          <a:p>
            <a:pPr lvl="1">
              <a:spcBef>
                <a:spcPts val="0"/>
              </a:spcBef>
              <a:buClr>
                <a:srgbClr val="000000"/>
              </a:buClr>
              <a:buFont typeface="Arial" panose="020B0604020202020204" pitchFamily="34" charset="0"/>
              <a:buChar char="•"/>
            </a:pPr>
            <a:r>
              <a:rPr lang="en-US" sz="1800" b="0" dirty="0">
                <a:solidFill>
                  <a:srgbClr val="000000"/>
                </a:solidFill>
                <a:cs typeface="Arial" charset="0"/>
              </a:rPr>
              <a:t>Analyze results</a:t>
            </a:r>
          </a:p>
          <a:p>
            <a:pPr lvl="1">
              <a:spcBef>
                <a:spcPts val="0"/>
              </a:spcBef>
              <a:buClr>
                <a:srgbClr val="000000"/>
              </a:buClr>
              <a:buFont typeface="Arial" panose="020B0604020202020204" pitchFamily="34" charset="0"/>
              <a:buChar char="•"/>
            </a:pPr>
            <a:endParaRPr lang="en-US" sz="1400" b="0" dirty="0">
              <a:solidFill>
                <a:srgbClr val="000000"/>
              </a:solidFill>
              <a:cs typeface="Arial" charset="0"/>
            </a:endParaRPr>
          </a:p>
          <a:p>
            <a:pPr>
              <a:buClr>
                <a:srgbClr val="000000"/>
              </a:buClr>
              <a:buFont typeface="Arial" panose="020B0604020202020204" pitchFamily="34" charset="0"/>
              <a:buChar char="•"/>
            </a:pPr>
            <a:endParaRPr lang="en-US" sz="1600" b="0" dirty="0">
              <a:solidFill>
                <a:srgbClr val="000000"/>
              </a:solidFill>
              <a:cs typeface="+mn-cs"/>
            </a:endParaRPr>
          </a:p>
          <a:p>
            <a:pPr lvl="1">
              <a:buClr>
                <a:srgbClr val="000000"/>
              </a:buClr>
              <a:buFont typeface="Arial" panose="020B0604020202020204" pitchFamily="34" charset="0"/>
              <a:buChar char="•"/>
            </a:pPr>
            <a:endParaRPr lang="en-US" sz="1600" b="0" dirty="0">
              <a:solidFill>
                <a:srgbClr val="000000"/>
              </a:solidFill>
              <a:cs typeface="Arial" charset="0"/>
            </a:endParaRPr>
          </a:p>
          <a:p>
            <a:pPr lvl="1">
              <a:buClr>
                <a:srgbClr val="000000"/>
              </a:buClr>
              <a:buFont typeface="Arial" panose="020B0604020202020204" pitchFamily="34" charset="0"/>
              <a:buChar char="•"/>
            </a:pPr>
            <a:endParaRPr lang="en-US" sz="1600" b="0" dirty="0">
              <a:solidFill>
                <a:srgbClr val="000000"/>
              </a:solidFill>
              <a:cs typeface="Arial" charset="0"/>
            </a:endParaRPr>
          </a:p>
        </p:txBody>
      </p:sp>
    </p:spTree>
    <p:extLst>
      <p:ext uri="{BB962C8B-B14F-4D97-AF65-F5344CB8AC3E}">
        <p14:creationId xmlns:p14="http://schemas.microsoft.com/office/powerpoint/2010/main" val="3202035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527685" y="350520"/>
            <a:ext cx="7406640" cy="457200"/>
          </a:xfrm>
          <a:prstGeom prst="rect">
            <a:avLst/>
          </a:prstGeom>
          <a:noFill/>
          <a:ln w="12700">
            <a:noFill/>
            <a:miter lim="800000"/>
            <a:headEnd/>
            <a:tailEnd/>
          </a:ln>
          <a:effectLst/>
        </p:spPr>
        <p:txBody>
          <a:bodyPr vert="horz" wrap="square" lIns="0" tIns="0" rIns="0" bIns="0" numCol="1" anchor="t" anchorCtr="0" compatLnSpc="1">
            <a:prstTxWarp prst="textNoShape">
              <a:avLst/>
            </a:prstTxWarp>
          </a:bodyPr>
          <a:lstStyle>
            <a:lvl1pPr algn="l" defTabSz="887413" rtl="0" eaLnBrk="1" fontAlgn="base" hangingPunct="1">
              <a:spcBef>
                <a:spcPct val="0"/>
              </a:spcBef>
              <a:spcAft>
                <a:spcPct val="0"/>
              </a:spcAft>
              <a:defRPr sz="3600" b="1">
                <a:solidFill>
                  <a:schemeClr val="bg1"/>
                </a:solidFill>
                <a:effectLst/>
                <a:latin typeface="+mj-lt"/>
                <a:ea typeface="ＭＳ Ｐゴシック" pitchFamily="-112" charset="-128"/>
                <a:cs typeface="ＭＳ Ｐゴシック" pitchFamily="-112" charset="-128"/>
              </a:defRPr>
            </a:lvl1pPr>
            <a:lvl2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2pPr>
            <a:lvl3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3pPr>
            <a:lvl4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4pPr>
            <a:lvl5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5pPr>
            <a:lvl6pPr marL="4572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6pPr>
            <a:lvl7pPr marL="9144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7pPr>
            <a:lvl8pPr marL="13716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8pPr>
            <a:lvl9pPr marL="18288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9pPr>
          </a:lstStyle>
          <a:p>
            <a:pPr lvl="0" algn="ctr"/>
            <a:r>
              <a:rPr lang="en-US" sz="2400" kern="0" dirty="0">
                <a:solidFill>
                  <a:srgbClr val="003399"/>
                </a:solidFill>
                <a:latin typeface="Arial"/>
              </a:rPr>
              <a:t>Future: Electroencephalography (EEG) </a:t>
            </a:r>
            <a:br>
              <a:rPr kumimoji="0" lang="en-US" sz="2400" b="1" i="0" u="none" strike="noStrike" kern="0" cap="none" spc="0" normalizeH="0" baseline="0" noProof="0" dirty="0">
                <a:ln>
                  <a:noFill/>
                </a:ln>
                <a:solidFill>
                  <a:srgbClr val="003399"/>
                </a:solidFill>
                <a:effectLst/>
                <a:uLnTx/>
                <a:uFillTx/>
                <a:latin typeface="Arial"/>
                <a:ea typeface="ＭＳ Ｐゴシック" pitchFamily="-112" charset="-128"/>
              </a:rPr>
            </a:br>
            <a:endParaRPr kumimoji="0" lang="en-US" sz="2400" b="1" i="0" u="none" strike="noStrike" kern="0" cap="none" spc="0" normalizeH="0" baseline="0" noProof="0" dirty="0">
              <a:ln>
                <a:noFill/>
              </a:ln>
              <a:solidFill>
                <a:srgbClr val="003399"/>
              </a:solidFill>
              <a:effectLst/>
              <a:uLnTx/>
              <a:uFillTx/>
              <a:latin typeface="Arial"/>
              <a:ea typeface="ＭＳ Ｐゴシック" pitchFamily="-112" charset="-128"/>
            </a:endParaRPr>
          </a:p>
        </p:txBody>
      </p:sp>
      <p:sp>
        <p:nvSpPr>
          <p:cNvPr id="4" name="Text Placeholder 3"/>
          <p:cNvSpPr txBox="1">
            <a:spLocks/>
          </p:cNvSpPr>
          <p:nvPr/>
        </p:nvSpPr>
        <p:spPr bwMode="auto">
          <a:xfrm>
            <a:off x="517236" y="1295400"/>
            <a:ext cx="4130964" cy="5318379"/>
          </a:xfrm>
          <a:prstGeom prst="rect">
            <a:avLst/>
          </a:prstGeom>
          <a:noFill/>
          <a:ln w="19050">
            <a:noFill/>
            <a:miter lim="800000"/>
            <a:headEnd/>
            <a:tailEnd/>
          </a:ln>
          <a:effectLst/>
        </p:spPr>
        <p:txBody>
          <a:bodyPr vert="horz" wrap="square" lIns="0" tIns="0" rIns="0" bIns="0" numCol="1" anchor="t" anchorCtr="0" compatLnSpc="1">
            <a:prstTxWarp prst="textNoShape">
              <a:avLst/>
            </a:prstTxWarp>
            <a:spAutoFit/>
          </a:bodyPr>
          <a:lstStyle>
            <a:lvl1pPr marL="222250" indent="-222250" algn="l" defTabSz="887413" rtl="0" eaLnBrk="1" fontAlgn="base" hangingPunct="1">
              <a:spcBef>
                <a:spcPct val="20000"/>
              </a:spcBef>
              <a:spcAft>
                <a:spcPct val="0"/>
              </a:spcAft>
              <a:buSzPct val="100000"/>
              <a:buChar char="•"/>
              <a:defRPr sz="2400" b="1">
                <a:solidFill>
                  <a:schemeClr val="bg2"/>
                </a:solidFill>
                <a:effectLst/>
                <a:latin typeface="+mn-lt"/>
                <a:ea typeface="ＭＳ Ｐゴシック" pitchFamily="-112" charset="-128"/>
                <a:cs typeface="ＭＳ Ｐゴシック" pitchFamily="-112" charset="-128"/>
              </a:defRPr>
            </a:lvl1pPr>
            <a:lvl2pPr marL="615950" indent="-279400" algn="l" defTabSz="887413" rtl="0" eaLnBrk="1" fontAlgn="base" hangingPunct="1">
              <a:spcBef>
                <a:spcPct val="20000"/>
              </a:spcBef>
              <a:spcAft>
                <a:spcPct val="0"/>
              </a:spcAft>
              <a:buSzPct val="100000"/>
              <a:buChar char="–"/>
              <a:defRPr sz="2400" b="1">
                <a:solidFill>
                  <a:schemeClr val="bg2"/>
                </a:solidFill>
                <a:effectLst/>
                <a:latin typeface="+mn-lt"/>
                <a:ea typeface="ＭＳ Ｐゴシック" pitchFamily="-112" charset="-128"/>
              </a:defRPr>
            </a:lvl2pPr>
            <a:lvl3pPr marL="998538" indent="-268288" algn="l" defTabSz="887413" rtl="0" eaLnBrk="1" fontAlgn="base" hangingPunct="1">
              <a:spcBef>
                <a:spcPct val="20000"/>
              </a:spcBef>
              <a:spcAft>
                <a:spcPct val="0"/>
              </a:spcAft>
              <a:buSzPct val="80000"/>
              <a:buChar char="•"/>
              <a:defRPr sz="2400" b="1">
                <a:solidFill>
                  <a:schemeClr val="bg2"/>
                </a:solidFill>
                <a:effectLst/>
                <a:latin typeface="+mn-lt"/>
                <a:ea typeface="ＭＳ Ｐゴシック" pitchFamily="-112" charset="-128"/>
              </a:defRPr>
            </a:lvl3pPr>
            <a:lvl4pPr marL="1550988" indent="-222250" algn="l" defTabSz="887413" rtl="0" eaLnBrk="1" fontAlgn="base" hangingPunct="1">
              <a:spcBef>
                <a:spcPct val="20000"/>
              </a:spcBef>
              <a:spcAft>
                <a:spcPct val="0"/>
              </a:spcAft>
              <a:buChar char="–"/>
              <a:defRPr sz="2000" b="1">
                <a:solidFill>
                  <a:schemeClr val="bg2"/>
                </a:solidFill>
                <a:effectLst/>
                <a:latin typeface="+mn-lt"/>
                <a:ea typeface="ＭＳ Ｐゴシック" pitchFamily="-112" charset="-128"/>
              </a:defRPr>
            </a:lvl4pPr>
            <a:lvl5pPr marL="1993900" indent="-222250" algn="l" defTabSz="887413" rtl="0" eaLnBrk="1" fontAlgn="base" hangingPunct="1">
              <a:spcBef>
                <a:spcPct val="20000"/>
              </a:spcBef>
              <a:spcAft>
                <a:spcPct val="0"/>
              </a:spcAft>
              <a:buChar char="»"/>
              <a:defRPr sz="2000" b="1">
                <a:solidFill>
                  <a:schemeClr val="bg2"/>
                </a:solidFill>
                <a:effectLst/>
                <a:latin typeface="+mn-lt"/>
                <a:ea typeface="ＭＳ Ｐゴシック" pitchFamily="-112" charset="-128"/>
              </a:defRPr>
            </a:lvl5pPr>
            <a:lvl6pPr marL="24511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6pPr>
            <a:lvl7pPr marL="29083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7pPr>
            <a:lvl8pPr marL="33655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8pPr>
            <a:lvl9pPr marL="38227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9pPr>
          </a:lstStyle>
          <a:p>
            <a:pPr marL="0" indent="0">
              <a:buClr>
                <a:srgbClr val="000000"/>
              </a:buClr>
              <a:buFont typeface="Wingdings" pitchFamily="2" charset="2"/>
              <a:buNone/>
            </a:pPr>
            <a:endParaRPr lang="en-US" sz="1200" dirty="0">
              <a:solidFill>
                <a:srgbClr val="000000"/>
              </a:solidFill>
            </a:endParaRPr>
          </a:p>
          <a:p>
            <a:pPr lvl="1">
              <a:buClr>
                <a:srgbClr val="000000"/>
              </a:buClr>
              <a:buFont typeface="Arial" panose="020B0604020202020204" pitchFamily="34" charset="0"/>
              <a:buChar char="•"/>
            </a:pPr>
            <a:r>
              <a:rPr lang="en-US" sz="2000" b="0" dirty="0">
                <a:solidFill>
                  <a:srgbClr val="000000"/>
                </a:solidFill>
                <a:cs typeface="Arial" charset="0"/>
              </a:rPr>
              <a:t>EEG sensors can measure the user’s mental reaction to what the user is seeing</a:t>
            </a:r>
          </a:p>
          <a:p>
            <a:pPr lvl="2">
              <a:buClr>
                <a:srgbClr val="000000"/>
              </a:buClr>
              <a:buFont typeface="Arial" panose="020B0604020202020204" pitchFamily="34" charset="0"/>
              <a:buChar char="•"/>
            </a:pPr>
            <a:r>
              <a:rPr lang="en-US" sz="2000" b="0" dirty="0">
                <a:solidFill>
                  <a:srgbClr val="000000"/>
                </a:solidFill>
                <a:cs typeface="Arial" charset="0"/>
              </a:rPr>
              <a:t>Low cost EEG headsets are being developed for gaming, education, medical and neuro-marketing applications</a:t>
            </a:r>
          </a:p>
          <a:p>
            <a:pPr lvl="2">
              <a:buClr>
                <a:srgbClr val="000000"/>
              </a:buClr>
              <a:buFont typeface="Arial" panose="020B0604020202020204" pitchFamily="34" charset="0"/>
              <a:buChar char="•"/>
            </a:pPr>
            <a:r>
              <a:rPr lang="en-US" sz="2000" b="0" dirty="0">
                <a:solidFill>
                  <a:srgbClr val="000000"/>
                </a:solidFill>
                <a:cs typeface="Arial" charset="0"/>
              </a:rPr>
              <a:t>Comfort and accuracy are improving</a:t>
            </a:r>
          </a:p>
          <a:p>
            <a:pPr lvl="3">
              <a:buClr>
                <a:srgbClr val="000000"/>
              </a:buClr>
              <a:buFont typeface="Arial" panose="020B0604020202020204" pitchFamily="34" charset="0"/>
              <a:buChar char="•"/>
            </a:pPr>
            <a:r>
              <a:rPr lang="en-US" b="0" dirty="0">
                <a:solidFill>
                  <a:srgbClr val="000000"/>
                </a:solidFill>
                <a:cs typeface="Arial" charset="0"/>
              </a:rPr>
              <a:t>E.g. Nielsen F1 wireless headset has up to 40 channels with dry electrodes</a:t>
            </a:r>
          </a:p>
          <a:p>
            <a:pPr>
              <a:buClr>
                <a:srgbClr val="000000"/>
              </a:buClr>
              <a:buFont typeface="Arial" panose="020B0604020202020204" pitchFamily="34" charset="0"/>
              <a:buChar char="•"/>
            </a:pPr>
            <a:endParaRPr lang="en-US" sz="1600" b="0" dirty="0">
              <a:solidFill>
                <a:srgbClr val="000000"/>
              </a:solidFill>
              <a:cs typeface="+mn-cs"/>
            </a:endParaRPr>
          </a:p>
          <a:p>
            <a:pPr lvl="1">
              <a:buClr>
                <a:srgbClr val="000000"/>
              </a:buClr>
              <a:buFont typeface="Arial" panose="020B0604020202020204" pitchFamily="34" charset="0"/>
              <a:buChar char="•"/>
            </a:pPr>
            <a:endParaRPr lang="en-US" sz="1600" b="0" dirty="0">
              <a:solidFill>
                <a:srgbClr val="000000"/>
              </a:solidFill>
              <a:cs typeface="Arial" charset="0"/>
            </a:endParaRPr>
          </a:p>
          <a:p>
            <a:pPr lvl="1">
              <a:buClr>
                <a:srgbClr val="000000"/>
              </a:buClr>
              <a:buFont typeface="Arial" panose="020B0604020202020204" pitchFamily="34" charset="0"/>
              <a:buChar char="•"/>
            </a:pPr>
            <a:endParaRPr lang="en-US" sz="1600" b="0" dirty="0">
              <a:solidFill>
                <a:srgbClr val="000000"/>
              </a:solidFill>
              <a:cs typeface="Arial"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1600" y="1295400"/>
            <a:ext cx="3556000" cy="4399280"/>
          </a:xfrm>
          <a:prstGeom prst="rect">
            <a:avLst/>
          </a:prstGeom>
        </p:spPr>
      </p:pic>
      <p:sp>
        <p:nvSpPr>
          <p:cNvPr id="6" name="Footer Placeholder 5"/>
          <p:cNvSpPr>
            <a:spLocks noGrp="1"/>
          </p:cNvSpPr>
          <p:nvPr>
            <p:ph type="ftr" sz="quarter" idx="10"/>
          </p:nvPr>
        </p:nvSpPr>
        <p:spPr/>
        <p:txBody>
          <a:bodyPr/>
          <a:lstStyle/>
          <a:p>
            <a:endParaRPr lang="en-US"/>
          </a:p>
        </p:txBody>
      </p:sp>
      <p:sp>
        <p:nvSpPr>
          <p:cNvPr id="7" name="TextBox 6"/>
          <p:cNvSpPr txBox="1"/>
          <p:nvPr/>
        </p:nvSpPr>
        <p:spPr>
          <a:xfrm>
            <a:off x="990600" y="6019800"/>
            <a:ext cx="7281731" cy="400110"/>
          </a:xfrm>
          <a:prstGeom prst="rect">
            <a:avLst/>
          </a:prstGeom>
          <a:noFill/>
        </p:spPr>
        <p:txBody>
          <a:bodyPr wrap="square" rtlCol="0">
            <a:spAutoFit/>
          </a:bodyPr>
          <a:lstStyle/>
          <a:p>
            <a:pPr fontAlgn="base">
              <a:spcBef>
                <a:spcPct val="20000"/>
              </a:spcBef>
              <a:spcAft>
                <a:spcPct val="0"/>
              </a:spcAft>
              <a:buClr>
                <a:srgbClr val="000000"/>
              </a:buClr>
              <a:buSzPct val="65000"/>
              <a:buFont typeface="Wingdings" pitchFamily="2" charset="2"/>
              <a:buNone/>
            </a:pPr>
            <a:r>
              <a:rPr lang="en-US" sz="1000" dirty="0" err="1">
                <a:solidFill>
                  <a:srgbClr val="000000"/>
                </a:solidFill>
                <a:cs typeface="Arial" charset="0"/>
              </a:rPr>
              <a:t>Gwizdka</a:t>
            </a:r>
            <a:r>
              <a:rPr lang="en-US" sz="1000" dirty="0">
                <a:solidFill>
                  <a:srgbClr val="000000"/>
                </a:solidFill>
                <a:cs typeface="Arial" charset="0"/>
              </a:rPr>
              <a:t>, J., Hosseini, R., Cole, M., &amp; Wang, S. (2017) Temporal dynamics of eye‐tracking and EEG during reading and relevance decisions. Journal of the Association for Information Science and Technology.</a:t>
            </a:r>
          </a:p>
        </p:txBody>
      </p:sp>
    </p:spTree>
    <p:extLst>
      <p:ext uri="{BB962C8B-B14F-4D97-AF65-F5344CB8AC3E}">
        <p14:creationId xmlns:p14="http://schemas.microsoft.com/office/powerpoint/2010/main" val="4051715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8333" t="43333" r="51667" b="16667"/>
          <a:stretch/>
        </p:blipFill>
        <p:spPr>
          <a:xfrm>
            <a:off x="164680" y="1375873"/>
            <a:ext cx="4320540" cy="3600450"/>
          </a:xfrm>
          <a:prstGeom prst="rect">
            <a:avLst/>
          </a:prstGeom>
        </p:spPr>
      </p:pic>
      <p:pic>
        <p:nvPicPr>
          <p:cNvPr id="3" name="Picture 2"/>
          <p:cNvPicPr>
            <a:picLocks noChangeAspect="1"/>
          </p:cNvPicPr>
          <p:nvPr/>
        </p:nvPicPr>
        <p:blipFill rotWithShape="1">
          <a:blip r:embed="rId3"/>
          <a:srcRect l="56667" t="43333" r="13333" b="16667"/>
          <a:stretch/>
        </p:blipFill>
        <p:spPr>
          <a:xfrm>
            <a:off x="4572000" y="1371600"/>
            <a:ext cx="4320540" cy="3600450"/>
          </a:xfrm>
          <a:prstGeom prst="rect">
            <a:avLst/>
          </a:prstGeom>
        </p:spPr>
      </p:pic>
      <p:sp>
        <p:nvSpPr>
          <p:cNvPr id="4" name="Rectangle 3"/>
          <p:cNvSpPr/>
          <p:nvPr/>
        </p:nvSpPr>
        <p:spPr>
          <a:xfrm>
            <a:off x="1828800" y="926068"/>
            <a:ext cx="5288627" cy="369332"/>
          </a:xfrm>
          <a:prstGeom prst="rect">
            <a:avLst/>
          </a:prstGeom>
        </p:spPr>
        <p:txBody>
          <a:bodyPr wrap="none">
            <a:spAutoFit/>
          </a:bodyPr>
          <a:lstStyle/>
          <a:p>
            <a:r>
              <a:rPr lang="en-US" dirty="0">
                <a:latin typeface="Arial" charset="0"/>
              </a:rPr>
              <a:t>What is the Bollywood equivalent of Beverly Hills?</a:t>
            </a:r>
            <a:endParaRPr lang="en-US" dirty="0"/>
          </a:p>
        </p:txBody>
      </p:sp>
      <p:sp>
        <p:nvSpPr>
          <p:cNvPr id="5" name="TextBox 4"/>
          <p:cNvSpPr txBox="1"/>
          <p:nvPr/>
        </p:nvSpPr>
        <p:spPr>
          <a:xfrm>
            <a:off x="762000" y="4953000"/>
            <a:ext cx="3155672" cy="646331"/>
          </a:xfrm>
          <a:prstGeom prst="rect">
            <a:avLst/>
          </a:prstGeom>
          <a:noFill/>
        </p:spPr>
        <p:txBody>
          <a:bodyPr wrap="none" rtlCol="0">
            <a:spAutoFit/>
          </a:bodyPr>
          <a:lstStyle/>
          <a:p>
            <a:r>
              <a:rPr lang="en-US" dirty="0">
                <a:solidFill>
                  <a:srgbClr val="7030A0"/>
                </a:solidFill>
                <a:latin typeface="Calibri" panose="020F0502020204030204"/>
              </a:rPr>
              <a:t>Theta indicates possible answer</a:t>
            </a:r>
          </a:p>
          <a:p>
            <a:r>
              <a:rPr lang="en-US" dirty="0">
                <a:solidFill>
                  <a:srgbClr val="7030A0"/>
                </a:solidFill>
                <a:latin typeface="Calibri" panose="020F0502020204030204"/>
              </a:rPr>
              <a:t>(working memory activity)</a:t>
            </a:r>
          </a:p>
        </p:txBody>
      </p:sp>
      <p:sp>
        <p:nvSpPr>
          <p:cNvPr id="6" name="TextBox 5"/>
          <p:cNvSpPr txBox="1"/>
          <p:nvPr/>
        </p:nvSpPr>
        <p:spPr>
          <a:xfrm>
            <a:off x="4800600" y="4916269"/>
            <a:ext cx="4191000" cy="646331"/>
          </a:xfrm>
          <a:prstGeom prst="rect">
            <a:avLst/>
          </a:prstGeom>
          <a:noFill/>
        </p:spPr>
        <p:txBody>
          <a:bodyPr wrap="square" rtlCol="0">
            <a:spAutoFit/>
          </a:bodyPr>
          <a:lstStyle/>
          <a:p>
            <a:r>
              <a:rPr lang="en-US" dirty="0">
                <a:solidFill>
                  <a:srgbClr val="7030A0"/>
                </a:solidFill>
                <a:latin typeface="Calibri" panose="020F0502020204030204"/>
              </a:rPr>
              <a:t>P300 happens when participant makes a decision that an answer has been found </a:t>
            </a:r>
          </a:p>
        </p:txBody>
      </p:sp>
      <p:sp>
        <p:nvSpPr>
          <p:cNvPr id="7" name="Title 1">
            <a:extLst>
              <a:ext uri="{FF2B5EF4-FFF2-40B4-BE49-F238E27FC236}">
                <a16:creationId xmlns:a16="http://schemas.microsoft.com/office/drawing/2014/main" id="{616BFA57-7DC7-44B2-8868-9A7EAA3A5C8B}"/>
              </a:ext>
            </a:extLst>
          </p:cNvPr>
          <p:cNvSpPr txBox="1">
            <a:spLocks/>
          </p:cNvSpPr>
          <p:nvPr/>
        </p:nvSpPr>
        <p:spPr bwMode="auto">
          <a:xfrm>
            <a:off x="527685" y="350520"/>
            <a:ext cx="7406640" cy="457200"/>
          </a:xfrm>
          <a:prstGeom prst="rect">
            <a:avLst/>
          </a:prstGeom>
          <a:noFill/>
          <a:ln w="12700">
            <a:noFill/>
            <a:miter lim="800000"/>
            <a:headEnd/>
            <a:tailEnd/>
          </a:ln>
          <a:effectLst/>
        </p:spPr>
        <p:txBody>
          <a:bodyPr vert="horz" wrap="square" lIns="0" tIns="0" rIns="0" bIns="0" numCol="1" anchor="t" anchorCtr="0" compatLnSpc="1">
            <a:prstTxWarp prst="textNoShape">
              <a:avLst/>
            </a:prstTxWarp>
          </a:bodyPr>
          <a:lstStyle>
            <a:lvl1pPr algn="l" defTabSz="887413" rtl="0" eaLnBrk="1" fontAlgn="base" hangingPunct="1">
              <a:spcBef>
                <a:spcPct val="0"/>
              </a:spcBef>
              <a:spcAft>
                <a:spcPct val="0"/>
              </a:spcAft>
              <a:defRPr sz="3600" b="1">
                <a:solidFill>
                  <a:schemeClr val="bg1"/>
                </a:solidFill>
                <a:effectLst/>
                <a:latin typeface="+mj-lt"/>
                <a:ea typeface="ＭＳ Ｐゴシック" pitchFamily="-112" charset="-128"/>
                <a:cs typeface="ＭＳ Ｐゴシック" pitchFamily="-112" charset="-128"/>
              </a:defRPr>
            </a:lvl1pPr>
            <a:lvl2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2pPr>
            <a:lvl3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3pPr>
            <a:lvl4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4pPr>
            <a:lvl5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5pPr>
            <a:lvl6pPr marL="4572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6pPr>
            <a:lvl7pPr marL="9144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7pPr>
            <a:lvl8pPr marL="13716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8pPr>
            <a:lvl9pPr marL="18288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9pPr>
          </a:lstStyle>
          <a:p>
            <a:pPr lvl="0" algn="ctr"/>
            <a:r>
              <a:rPr lang="en-US" sz="2400" kern="0" dirty="0">
                <a:solidFill>
                  <a:srgbClr val="003399"/>
                </a:solidFill>
                <a:latin typeface="Arial"/>
              </a:rPr>
              <a:t>Initial EEG Results</a:t>
            </a:r>
            <a:br>
              <a:rPr kumimoji="0" lang="en-US" sz="2400" b="1" i="0" u="none" strike="noStrike" kern="0" cap="none" spc="0" normalizeH="0" baseline="0" noProof="0" dirty="0">
                <a:ln>
                  <a:noFill/>
                </a:ln>
                <a:solidFill>
                  <a:srgbClr val="003399"/>
                </a:solidFill>
                <a:effectLst/>
                <a:uLnTx/>
                <a:uFillTx/>
                <a:latin typeface="Arial"/>
                <a:ea typeface="ＭＳ Ｐゴシック" pitchFamily="-112" charset="-128"/>
              </a:rPr>
            </a:br>
            <a:endParaRPr kumimoji="0" lang="en-US" sz="2400" b="1" i="0" u="none" strike="noStrike" kern="0" cap="none" spc="0" normalizeH="0" baseline="0" noProof="0" dirty="0">
              <a:ln>
                <a:noFill/>
              </a:ln>
              <a:solidFill>
                <a:srgbClr val="003399"/>
              </a:solidFill>
              <a:effectLst/>
              <a:uLnTx/>
              <a:uFillTx/>
              <a:latin typeface="Arial"/>
              <a:ea typeface="ＭＳ Ｐゴシック" pitchFamily="-112" charset="-128"/>
            </a:endParaRPr>
          </a:p>
        </p:txBody>
      </p:sp>
      <p:sp>
        <p:nvSpPr>
          <p:cNvPr id="8" name="Text Placeholder 5">
            <a:extLst>
              <a:ext uri="{FF2B5EF4-FFF2-40B4-BE49-F238E27FC236}">
                <a16:creationId xmlns:a16="http://schemas.microsoft.com/office/drawing/2014/main" id="{131CF659-B690-445D-948E-A1A5CAC9E3A3}"/>
              </a:ext>
            </a:extLst>
          </p:cNvPr>
          <p:cNvSpPr txBox="1">
            <a:spLocks/>
          </p:cNvSpPr>
          <p:nvPr/>
        </p:nvSpPr>
        <p:spPr>
          <a:xfrm>
            <a:off x="1752600" y="5638800"/>
            <a:ext cx="6553200" cy="1066800"/>
          </a:xfrm>
          <a:prstGeom prst="rect">
            <a:avLst/>
          </a:prstGeom>
        </p:spPr>
        <p:txBody>
          <a:bodyPr vert="horz" lIns="91440" tIns="45720" rIns="91440" bIns="45720" rtlCol="0" anchor="t">
            <a:normAutofit fontScale="92500" lnSpcReduction="20000"/>
          </a:bodyPr>
          <a:lstStyle>
            <a:lvl1pPr marL="0" indent="0" algn="l" defTabSz="914400" rtl="0" eaLnBrk="1" latinLnBrk="0" hangingPunct="1">
              <a:spcBef>
                <a:spcPct val="20000"/>
              </a:spcBef>
              <a:buFont typeface="Arial" panose="020B0604020202020204" pitchFamily="34" charset="0"/>
              <a:buNone/>
              <a:defRPr sz="2000" kern="1200">
                <a:solidFill>
                  <a:schemeClr val="tx1">
                    <a:tint val="75000"/>
                  </a:schemeClr>
                </a:solidFill>
                <a:latin typeface="Arial" panose="020B0604020202020204" pitchFamily="34" charset="0"/>
                <a:ea typeface="+mn-ea"/>
                <a:cs typeface="Arial" panose="020B0604020202020204" pitchFamily="34" charset="0"/>
              </a:defRPr>
            </a:lvl1pPr>
            <a:lvl2pPr marL="457200" indent="0" algn="l" defTabSz="914400" rtl="0" eaLnBrk="1" latinLnBrk="0" hangingPunct="1">
              <a:spcBef>
                <a:spcPct val="20000"/>
              </a:spcBef>
              <a:buFont typeface="Arial" panose="020B0604020202020204" pitchFamily="34" charset="0"/>
              <a:buNone/>
              <a:defRPr sz="18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l" defTabSz="914400" rtl="0" eaLnBrk="1" latinLnBrk="0" hangingPunct="1">
              <a:spcBef>
                <a:spcPct val="20000"/>
              </a:spcBef>
              <a:buFont typeface="Arial" panose="020B0604020202020204" pitchFamily="34" charset="0"/>
              <a:buNone/>
              <a:defRPr sz="16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400" kern="1200">
                <a:solidFill>
                  <a:schemeClr val="tx1">
                    <a:tint val="75000"/>
                  </a:schemeClr>
                </a:solidFill>
                <a:latin typeface="+mn-lt"/>
                <a:ea typeface="+mn-ea"/>
                <a:cs typeface="+mn-cs"/>
              </a:defRPr>
            </a:lvl9pPr>
          </a:lstStyle>
          <a:p>
            <a:pPr marL="0" marR="0" lvl="0" indent="0"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lang="en-US" sz="1400" dirty="0">
              <a:solidFill>
                <a:sysClr val="windowText" lastClr="000000">
                  <a:tint val="75000"/>
                </a:sysClr>
              </a:solidFill>
            </a:endParaRPr>
          </a:p>
          <a:p>
            <a:pPr lvl="0"/>
            <a:r>
              <a:rPr lang="en-US" sz="1300" dirty="0">
                <a:solidFill>
                  <a:schemeClr val="tx1"/>
                </a:solidFill>
              </a:rPr>
              <a:t>Results from 2014 experiment sponsored by LM IS&amp;GS</a:t>
            </a:r>
          </a:p>
          <a:p>
            <a:pPr marL="285750" indent="-285750">
              <a:buFont typeface="Arial" panose="020B0604020202020204" pitchFamily="34" charset="0"/>
              <a:buChar char="•"/>
            </a:pPr>
            <a:r>
              <a:rPr lang="en-US" sz="1300" dirty="0">
                <a:solidFill>
                  <a:schemeClr val="tx1"/>
                </a:solidFill>
              </a:rPr>
              <a:t>Dr. Joseph </a:t>
            </a:r>
            <a:r>
              <a:rPr lang="en-US" sz="1300" dirty="0" err="1">
                <a:solidFill>
                  <a:schemeClr val="tx1"/>
                </a:solidFill>
              </a:rPr>
              <a:t>Dien</a:t>
            </a:r>
            <a:r>
              <a:rPr lang="en-US" sz="1300" dirty="0">
                <a:solidFill>
                  <a:schemeClr val="tx1"/>
                </a:solidFill>
              </a:rPr>
              <a:t> - Maryland Neuroimaging Center, University of Maryland</a:t>
            </a:r>
          </a:p>
          <a:p>
            <a:pPr marL="285750" indent="-285750">
              <a:buFont typeface="Arial" panose="020B0604020202020204" pitchFamily="34" charset="0"/>
              <a:buChar char="•"/>
            </a:pPr>
            <a:r>
              <a:rPr lang="en-US" sz="1300" dirty="0">
                <a:solidFill>
                  <a:schemeClr val="tx1"/>
                </a:solidFill>
              </a:rPr>
              <a:t>Dr. Jacek </a:t>
            </a:r>
            <a:r>
              <a:rPr lang="en-US" sz="1300" dirty="0" err="1">
                <a:solidFill>
                  <a:schemeClr val="tx1"/>
                </a:solidFill>
              </a:rPr>
              <a:t>Gwizdka</a:t>
            </a:r>
            <a:r>
              <a:rPr lang="en-US" sz="1300" dirty="0">
                <a:solidFill>
                  <a:schemeClr val="tx1"/>
                </a:solidFill>
              </a:rPr>
              <a:t> - School of Information, University of Texas Austin</a:t>
            </a:r>
          </a:p>
          <a:p>
            <a:pPr marL="285750" lvl="0" indent="-285750">
              <a:buFont typeface="Arial" panose="020B0604020202020204" pitchFamily="34" charset="0"/>
              <a:buChar char="•"/>
            </a:pPr>
            <a:r>
              <a:rPr lang="en-US" sz="1300" dirty="0">
                <a:solidFill>
                  <a:schemeClr val="tx1"/>
                </a:solidFill>
              </a:rPr>
              <a:t>Dr. Bradley Hatfield - Department of Kinesiology (Chair), University of Maryland</a:t>
            </a:r>
            <a:endParaRPr kumimoji="0" lang="en-US" sz="1300" b="0" i="0" u="none" strike="noStrike" kern="1200" cap="none" spc="0" normalizeH="0" baseline="0" noProof="0" dirty="0">
              <a:ln>
                <a:noFill/>
              </a:ln>
              <a:solidFill>
                <a:sysClr val="windowText" lastClr="000000">
                  <a:tint val="75000"/>
                </a:sysClr>
              </a:solidFill>
              <a:effectLst/>
              <a:uLnTx/>
              <a:uFillTx/>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ysClr val="windowText" lastClr="000000">
                  <a:tint val="75000"/>
                </a:sysClr>
              </a:solidFill>
              <a:effectLst/>
              <a:uLnTx/>
              <a:uFillTx/>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ysClr val="windowText" lastClr="000000">
                  <a:tint val="75000"/>
                </a:sysClr>
              </a:solidFill>
              <a:effectLst/>
              <a:uLnTx/>
              <a:uFillTx/>
            </a:endParaRPr>
          </a:p>
        </p:txBody>
      </p:sp>
    </p:spTree>
    <p:extLst>
      <p:ext uri="{BB962C8B-B14F-4D97-AF65-F5344CB8AC3E}">
        <p14:creationId xmlns:p14="http://schemas.microsoft.com/office/powerpoint/2010/main" val="3020019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a:spLocks/>
          </p:cNvSpPr>
          <p:nvPr/>
        </p:nvSpPr>
        <p:spPr>
          <a:xfrm>
            <a:off x="76200" y="438834"/>
            <a:ext cx="8096250" cy="531812"/>
          </a:xfrm>
          <a:prstGeom prst="rect">
            <a:avLst/>
          </a:prstGeom>
        </p:spPr>
        <p:txBody>
          <a:bodyPr/>
          <a:lstStyle>
            <a:lvl1pPr algn="l" defTabSz="887413" rtl="0" eaLnBrk="1" fontAlgn="base" hangingPunct="1">
              <a:spcBef>
                <a:spcPct val="0"/>
              </a:spcBef>
              <a:spcAft>
                <a:spcPct val="0"/>
              </a:spcAft>
              <a:defRPr sz="3600" b="1">
                <a:solidFill>
                  <a:schemeClr val="bg1"/>
                </a:solidFill>
                <a:effectLst/>
                <a:latin typeface="+mj-lt"/>
                <a:ea typeface="ＭＳ Ｐゴシック" pitchFamily="-112" charset="-128"/>
                <a:cs typeface="ＭＳ Ｐゴシック" pitchFamily="-112" charset="-128"/>
              </a:defRPr>
            </a:lvl1pPr>
            <a:lvl2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2pPr>
            <a:lvl3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3pPr>
            <a:lvl4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4pPr>
            <a:lvl5pPr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ea typeface="ＭＳ Ｐゴシック" pitchFamily="-112" charset="-128"/>
                <a:cs typeface="ＭＳ Ｐゴシック" pitchFamily="-112" charset="-128"/>
              </a:defRPr>
            </a:lvl5pPr>
            <a:lvl6pPr marL="4572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6pPr>
            <a:lvl7pPr marL="9144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7pPr>
            <a:lvl8pPr marL="13716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8pPr>
            <a:lvl9pPr marL="1828800" algn="l" defTabSz="887413" rtl="0" eaLnBrk="1" fontAlgn="base" hangingPunct="1">
              <a:spcBef>
                <a:spcPct val="0"/>
              </a:spcBef>
              <a:spcAft>
                <a:spcPct val="0"/>
              </a:spcAft>
              <a:defRPr sz="3600" b="1">
                <a:solidFill>
                  <a:srgbClr val="FFFFFF"/>
                </a:solidFill>
                <a:effectLst>
                  <a:outerShdw blurRad="38100" dist="38100" dir="2700000" algn="tl">
                    <a:srgbClr val="000000"/>
                  </a:outerShdw>
                </a:effectLst>
                <a:latin typeface="Arial" pitchFamily="-112" charset="0"/>
              </a:defRPr>
            </a:lvl9pPr>
          </a:lstStyle>
          <a:p>
            <a:pPr algn="ctr"/>
            <a:r>
              <a:rPr lang="en-US" sz="2400" kern="0" dirty="0">
                <a:solidFill>
                  <a:srgbClr val="003399"/>
                </a:solidFill>
              </a:rPr>
              <a:t>Conclusions</a:t>
            </a:r>
          </a:p>
        </p:txBody>
      </p:sp>
      <p:sp>
        <p:nvSpPr>
          <p:cNvPr id="3" name="Text Placeholder 3"/>
          <p:cNvSpPr txBox="1">
            <a:spLocks/>
          </p:cNvSpPr>
          <p:nvPr/>
        </p:nvSpPr>
        <p:spPr bwMode="auto">
          <a:xfrm>
            <a:off x="742950" y="1066800"/>
            <a:ext cx="6953250" cy="5638467"/>
          </a:xfrm>
          <a:prstGeom prst="rect">
            <a:avLst/>
          </a:prstGeom>
          <a:noFill/>
          <a:ln w="19050">
            <a:noFill/>
            <a:miter lim="800000"/>
            <a:headEnd/>
            <a:tailEnd/>
          </a:ln>
          <a:effectLst/>
        </p:spPr>
        <p:txBody>
          <a:bodyPr vert="horz" wrap="square" lIns="0" tIns="0" rIns="0" bIns="0" numCol="1" anchor="t" anchorCtr="0" compatLnSpc="1">
            <a:prstTxWarp prst="textNoShape">
              <a:avLst/>
            </a:prstTxWarp>
            <a:spAutoFit/>
          </a:bodyPr>
          <a:lstStyle>
            <a:lvl1pPr marL="222250" indent="-222250" algn="l" defTabSz="887413" rtl="0" eaLnBrk="1" fontAlgn="base" hangingPunct="1">
              <a:spcBef>
                <a:spcPct val="20000"/>
              </a:spcBef>
              <a:spcAft>
                <a:spcPct val="0"/>
              </a:spcAft>
              <a:buSzPct val="100000"/>
              <a:buChar char="•"/>
              <a:defRPr sz="2400" b="1">
                <a:solidFill>
                  <a:schemeClr val="bg2"/>
                </a:solidFill>
                <a:effectLst/>
                <a:latin typeface="+mn-lt"/>
                <a:ea typeface="ＭＳ Ｐゴシック" pitchFamily="-112" charset="-128"/>
                <a:cs typeface="ＭＳ Ｐゴシック" pitchFamily="-112" charset="-128"/>
              </a:defRPr>
            </a:lvl1pPr>
            <a:lvl2pPr marL="615950" indent="-279400" algn="l" defTabSz="887413" rtl="0" eaLnBrk="1" fontAlgn="base" hangingPunct="1">
              <a:spcBef>
                <a:spcPct val="20000"/>
              </a:spcBef>
              <a:spcAft>
                <a:spcPct val="0"/>
              </a:spcAft>
              <a:buSzPct val="100000"/>
              <a:buChar char="–"/>
              <a:defRPr sz="2400" b="1">
                <a:solidFill>
                  <a:schemeClr val="bg2"/>
                </a:solidFill>
                <a:effectLst/>
                <a:latin typeface="+mn-lt"/>
                <a:ea typeface="ＭＳ Ｐゴシック" pitchFamily="-112" charset="-128"/>
              </a:defRPr>
            </a:lvl2pPr>
            <a:lvl3pPr marL="998538" indent="-268288" algn="l" defTabSz="887413" rtl="0" eaLnBrk="1" fontAlgn="base" hangingPunct="1">
              <a:spcBef>
                <a:spcPct val="20000"/>
              </a:spcBef>
              <a:spcAft>
                <a:spcPct val="0"/>
              </a:spcAft>
              <a:buSzPct val="80000"/>
              <a:buChar char="•"/>
              <a:defRPr sz="2400" b="1">
                <a:solidFill>
                  <a:schemeClr val="bg2"/>
                </a:solidFill>
                <a:effectLst/>
                <a:latin typeface="+mn-lt"/>
                <a:ea typeface="ＭＳ Ｐゴシック" pitchFamily="-112" charset="-128"/>
              </a:defRPr>
            </a:lvl3pPr>
            <a:lvl4pPr marL="1550988" indent="-222250" algn="l" defTabSz="887413" rtl="0" eaLnBrk="1" fontAlgn="base" hangingPunct="1">
              <a:spcBef>
                <a:spcPct val="20000"/>
              </a:spcBef>
              <a:spcAft>
                <a:spcPct val="0"/>
              </a:spcAft>
              <a:buChar char="–"/>
              <a:defRPr sz="2000" b="1">
                <a:solidFill>
                  <a:schemeClr val="bg2"/>
                </a:solidFill>
                <a:effectLst/>
                <a:latin typeface="+mn-lt"/>
                <a:ea typeface="ＭＳ Ｐゴシック" pitchFamily="-112" charset="-128"/>
              </a:defRPr>
            </a:lvl4pPr>
            <a:lvl5pPr marL="1993900" indent="-222250" algn="l" defTabSz="887413" rtl="0" eaLnBrk="1" fontAlgn="base" hangingPunct="1">
              <a:spcBef>
                <a:spcPct val="20000"/>
              </a:spcBef>
              <a:spcAft>
                <a:spcPct val="0"/>
              </a:spcAft>
              <a:buChar char="»"/>
              <a:defRPr sz="2000" b="1">
                <a:solidFill>
                  <a:schemeClr val="bg2"/>
                </a:solidFill>
                <a:effectLst/>
                <a:latin typeface="+mn-lt"/>
                <a:ea typeface="ＭＳ Ｐゴシック" pitchFamily="-112" charset="-128"/>
              </a:defRPr>
            </a:lvl5pPr>
            <a:lvl6pPr marL="24511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6pPr>
            <a:lvl7pPr marL="29083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7pPr>
            <a:lvl8pPr marL="33655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8pPr>
            <a:lvl9pPr marL="3822700" indent="-222250" algn="l" defTabSz="887413" rtl="0" eaLnBrk="1" fontAlgn="base" hangingPunct="1">
              <a:spcBef>
                <a:spcPct val="20000"/>
              </a:spcBef>
              <a:spcAft>
                <a:spcPct val="0"/>
              </a:spcAft>
              <a:buChar char="»"/>
              <a:defRPr sz="2000" b="1">
                <a:solidFill>
                  <a:srgbClr val="FAFD00"/>
                </a:solidFill>
                <a:effectLst>
                  <a:outerShdw blurRad="38100" dist="38100" dir="2700000" algn="tl">
                    <a:srgbClr val="000000"/>
                  </a:outerShdw>
                </a:effectLst>
                <a:latin typeface="+mn-lt"/>
                <a:ea typeface="ＭＳ Ｐゴシック" pitchFamily="-112" charset="-128"/>
              </a:defRPr>
            </a:lvl9pPr>
          </a:lstStyle>
          <a:p>
            <a:pPr>
              <a:buClr>
                <a:srgbClr val="000000"/>
              </a:buClr>
            </a:pPr>
            <a:r>
              <a:rPr lang="en-US" sz="2000" b="0" dirty="0">
                <a:solidFill>
                  <a:srgbClr val="000000"/>
                </a:solidFill>
              </a:rPr>
              <a:t>Eye-tracking and EEG are basis for new forms of human machine teaming</a:t>
            </a:r>
          </a:p>
          <a:p>
            <a:pPr>
              <a:buClr>
                <a:srgbClr val="000000"/>
              </a:buClr>
            </a:pPr>
            <a:r>
              <a:rPr lang="en-US" sz="2000" b="0" dirty="0">
                <a:solidFill>
                  <a:srgbClr val="000000"/>
                </a:solidFill>
              </a:rPr>
              <a:t>$50K RMS funding for 2018</a:t>
            </a:r>
          </a:p>
          <a:p>
            <a:pPr>
              <a:buClr>
                <a:srgbClr val="000000"/>
              </a:buClr>
            </a:pPr>
            <a:r>
              <a:rPr lang="en-US" sz="2000" b="0" dirty="0">
                <a:solidFill>
                  <a:srgbClr val="000000"/>
                </a:solidFill>
              </a:rPr>
              <a:t>Seek additional funding from CETO and contract R&amp;D</a:t>
            </a:r>
          </a:p>
          <a:p>
            <a:pPr>
              <a:buClr>
                <a:srgbClr val="000000"/>
              </a:buClr>
            </a:pPr>
            <a:r>
              <a:rPr lang="en-US" sz="2000" b="0" dirty="0">
                <a:solidFill>
                  <a:srgbClr val="000000"/>
                </a:solidFill>
              </a:rPr>
              <a:t>Explore integration with virtual/augmented reality</a:t>
            </a:r>
          </a:p>
          <a:p>
            <a:pPr>
              <a:buClr>
                <a:srgbClr val="000000"/>
              </a:buClr>
            </a:pPr>
            <a:r>
              <a:rPr lang="en-US" sz="2000" b="0" dirty="0">
                <a:solidFill>
                  <a:srgbClr val="000000"/>
                </a:solidFill>
              </a:rPr>
              <a:t>Transition path to customers: </a:t>
            </a:r>
          </a:p>
          <a:p>
            <a:pPr lvl="1">
              <a:buClr>
                <a:srgbClr val="000000"/>
              </a:buClr>
            </a:pPr>
            <a:r>
              <a:rPr lang="en-US" sz="2000" b="0" dirty="0">
                <a:solidFill>
                  <a:srgbClr val="000000"/>
                </a:solidFill>
              </a:rPr>
              <a:t>UAV C2</a:t>
            </a:r>
          </a:p>
          <a:p>
            <a:pPr lvl="1">
              <a:buClr>
                <a:srgbClr val="000000"/>
              </a:buClr>
            </a:pPr>
            <a:r>
              <a:rPr lang="en-US" sz="2000" b="0" dirty="0">
                <a:solidFill>
                  <a:srgbClr val="000000"/>
                </a:solidFill>
              </a:rPr>
              <a:t>Multi-domain C2</a:t>
            </a:r>
          </a:p>
          <a:p>
            <a:pPr lvl="1">
              <a:buClr>
                <a:srgbClr val="000000"/>
              </a:buClr>
            </a:pPr>
            <a:r>
              <a:rPr lang="en-US" sz="2000" b="0" dirty="0">
                <a:solidFill>
                  <a:srgbClr val="000000"/>
                </a:solidFill>
              </a:rPr>
              <a:t>ISR PED (DCGS AF Army, Navy)</a:t>
            </a:r>
          </a:p>
          <a:p>
            <a:pPr lvl="1">
              <a:buClr>
                <a:srgbClr val="000000"/>
              </a:buClr>
            </a:pPr>
            <a:r>
              <a:rPr lang="en-US" sz="2000" b="0" dirty="0">
                <a:solidFill>
                  <a:srgbClr val="000000"/>
                </a:solidFill>
              </a:rPr>
              <a:t>training systems</a:t>
            </a:r>
          </a:p>
          <a:p>
            <a:pPr lvl="1">
              <a:buClr>
                <a:srgbClr val="000000"/>
              </a:buClr>
            </a:pPr>
            <a:r>
              <a:rPr lang="en-US" sz="2000" b="0" dirty="0">
                <a:solidFill>
                  <a:srgbClr val="000000"/>
                </a:solidFill>
              </a:rPr>
              <a:t>MDA C2BMC</a:t>
            </a:r>
          </a:p>
          <a:p>
            <a:pPr lvl="1">
              <a:buClr>
                <a:srgbClr val="000000"/>
              </a:buClr>
            </a:pPr>
            <a:r>
              <a:rPr lang="en-US" sz="2000" b="0" dirty="0">
                <a:solidFill>
                  <a:srgbClr val="000000"/>
                </a:solidFill>
              </a:rPr>
              <a:t>NAVAIR Battle Management BAA </a:t>
            </a:r>
          </a:p>
          <a:p>
            <a:pPr>
              <a:buClr>
                <a:srgbClr val="000000"/>
              </a:buClr>
            </a:pPr>
            <a:r>
              <a:rPr lang="en-US" sz="2000" b="0" dirty="0">
                <a:solidFill>
                  <a:srgbClr val="000000"/>
                </a:solidFill>
                <a:cs typeface="Arial" charset="0"/>
              </a:rPr>
              <a:t>Paper: </a:t>
            </a:r>
          </a:p>
          <a:p>
            <a:pPr lvl="1">
              <a:buClr>
                <a:srgbClr val="000000"/>
              </a:buClr>
            </a:pPr>
            <a:r>
              <a:rPr lang="en-US" sz="1200" b="0" dirty="0" err="1">
                <a:solidFill>
                  <a:srgbClr val="000000"/>
                </a:solidFill>
                <a:cs typeface="Arial" charset="0"/>
              </a:rPr>
              <a:t>Dien</a:t>
            </a:r>
            <a:r>
              <a:rPr lang="en-US" sz="1200" b="0" dirty="0">
                <a:solidFill>
                  <a:srgbClr val="000000"/>
                </a:solidFill>
                <a:cs typeface="Arial" charset="0"/>
              </a:rPr>
              <a:t>, J., Kogut, P., </a:t>
            </a:r>
            <a:r>
              <a:rPr lang="en-US" sz="1200" b="0" dirty="0" err="1">
                <a:solidFill>
                  <a:srgbClr val="000000"/>
                </a:solidFill>
                <a:cs typeface="Arial" charset="0"/>
              </a:rPr>
              <a:t>Gwizdka</a:t>
            </a:r>
            <a:r>
              <a:rPr lang="en-US" sz="1200" b="0" dirty="0">
                <a:solidFill>
                  <a:srgbClr val="000000"/>
                </a:solidFill>
                <a:cs typeface="Arial" charset="0"/>
              </a:rPr>
              <a:t>, J., Hatfield, B., </a:t>
            </a:r>
            <a:r>
              <a:rPr lang="en-US" sz="1200" b="0" dirty="0" err="1">
                <a:solidFill>
                  <a:srgbClr val="000000"/>
                </a:solidFill>
                <a:cs typeface="Arial" charset="0"/>
              </a:rPr>
              <a:t>Gentili</a:t>
            </a:r>
            <a:r>
              <a:rPr lang="en-US" sz="1200" b="0" dirty="0">
                <a:solidFill>
                  <a:srgbClr val="000000"/>
                </a:solidFill>
                <a:cs typeface="Arial" charset="0"/>
              </a:rPr>
              <a:t>, R., Oh, H., Lo, L., </a:t>
            </a:r>
            <a:r>
              <a:rPr lang="en-US" sz="1200" b="0" dirty="0" err="1">
                <a:solidFill>
                  <a:srgbClr val="000000"/>
                </a:solidFill>
                <a:cs typeface="Arial" charset="0"/>
              </a:rPr>
              <a:t>Jaquess</a:t>
            </a:r>
            <a:r>
              <a:rPr lang="en-US" sz="1200" b="0" dirty="0">
                <a:solidFill>
                  <a:srgbClr val="000000"/>
                </a:solidFill>
                <a:cs typeface="Arial" charset="0"/>
              </a:rPr>
              <a:t>, K., Cognitive Augmentation for Coping with Open-Source Intelligence Overload, Decadal Survey of Social and Behavioral Sciences and Applications to National Security, National Academies of Sciences and Engineering, 2017</a:t>
            </a:r>
          </a:p>
          <a:p>
            <a:pPr marL="0" indent="0">
              <a:buClr>
                <a:srgbClr val="000000"/>
              </a:buClr>
              <a:buFont typeface="Wingdings" pitchFamily="2" charset="2"/>
              <a:buNone/>
            </a:pPr>
            <a:endParaRPr lang="en-US" sz="1000" b="0" dirty="0">
              <a:solidFill>
                <a:srgbClr val="000000"/>
              </a:solidFill>
            </a:endParaRPr>
          </a:p>
        </p:txBody>
      </p:sp>
    </p:spTree>
    <p:extLst>
      <p:ext uri="{BB962C8B-B14F-4D97-AF65-F5344CB8AC3E}">
        <p14:creationId xmlns:p14="http://schemas.microsoft.com/office/powerpoint/2010/main" val="3252242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M White">
  <a:themeElements>
    <a:clrScheme name="Custom 28">
      <a:dk1>
        <a:srgbClr val="000000"/>
      </a:dk1>
      <a:lt1>
        <a:srgbClr val="000000"/>
      </a:lt1>
      <a:dk2>
        <a:srgbClr val="003399"/>
      </a:dk2>
      <a:lt2>
        <a:srgbClr val="FFFFFF"/>
      </a:lt2>
      <a:accent1>
        <a:srgbClr val="3366CC"/>
      </a:accent1>
      <a:accent2>
        <a:srgbClr val="6EB82D"/>
      </a:accent2>
      <a:accent3>
        <a:srgbClr val="E5642D"/>
      </a:accent3>
      <a:accent4>
        <a:srgbClr val="0097BE"/>
      </a:accent4>
      <a:accent5>
        <a:srgbClr val="9933FF"/>
      </a:accent5>
      <a:accent6>
        <a:srgbClr val="009945"/>
      </a:accent6>
      <a:hlink>
        <a:srgbClr val="92002B"/>
      </a:hlink>
      <a:folHlink>
        <a:srgbClr val="33CCFF"/>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amma/>
                <a:shade val="46275"/>
                <a:invGamma/>
              </a:schemeClr>
            </a:gs>
            <a:gs pos="100000">
              <a:schemeClr val="accent1"/>
            </a:gs>
          </a:gsLst>
          <a:lin ang="5400000" scaled="1"/>
        </a:gradFill>
        <a:ln w="12700" cap="flat" cmpd="sng" algn="ctr">
          <a:solidFill>
            <a:srgbClr val="6699FF"/>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a:ln>
              <a:noFill/>
            </a:ln>
            <a:solidFill>
              <a:srgbClr val="FAFD00"/>
            </a:solidFill>
            <a:effectLst>
              <a:outerShdw blurRad="38100" dist="38100" dir="2700000" algn="tl">
                <a:srgbClr val="000000">
                  <a:alpha val="43137"/>
                </a:srgbClr>
              </a:outerShdw>
            </a:effectLst>
            <a:latin typeface="Arial" pitchFamily="-112" charset="0"/>
          </a:defRPr>
        </a:defPPr>
      </a:lstStyle>
    </a:spDef>
    <a:lnDef>
      <a:spPr bwMode="auto">
        <a:xfrm>
          <a:off x="0" y="0"/>
          <a:ext cx="1" cy="1"/>
        </a:xfrm>
        <a:custGeom>
          <a:avLst/>
          <a:gdLst/>
          <a:ahLst/>
          <a:cxnLst/>
          <a:rect l="0" t="0" r="0" b="0"/>
          <a:pathLst/>
        </a:custGeom>
        <a:gradFill rotWithShape="0">
          <a:gsLst>
            <a:gs pos="0">
              <a:schemeClr val="accent1">
                <a:gamma/>
                <a:shade val="46275"/>
                <a:invGamma/>
              </a:schemeClr>
            </a:gs>
            <a:gs pos="100000">
              <a:schemeClr val="accent1"/>
            </a:gs>
          </a:gsLst>
          <a:lin ang="5400000" scaled="1"/>
        </a:gradFill>
        <a:ln w="12700" cap="flat" cmpd="sng" algn="ctr">
          <a:solidFill>
            <a:srgbClr val="6699FF"/>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a:ln>
              <a:noFill/>
            </a:ln>
            <a:solidFill>
              <a:srgbClr val="FAFD00"/>
            </a:solidFill>
            <a:effectLst>
              <a:outerShdw blurRad="38100" dist="38100" dir="2700000" algn="tl">
                <a:srgbClr val="000000">
                  <a:alpha val="43137"/>
                </a:srgbClr>
              </a:outerShdw>
            </a:effectLst>
            <a:latin typeface="Arial" pitchFamily="-112"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Office Theme 8">
        <a:dk1>
          <a:srgbClr val="000000"/>
        </a:dk1>
        <a:lt1>
          <a:srgbClr val="FFFFFF"/>
        </a:lt1>
        <a:dk2>
          <a:srgbClr val="00279F"/>
        </a:dk2>
        <a:lt2>
          <a:srgbClr val="FFFFFF"/>
        </a:lt2>
        <a:accent1>
          <a:srgbClr val="0000FF"/>
        </a:accent1>
        <a:accent2>
          <a:srgbClr val="00AE00"/>
        </a:accent2>
        <a:accent3>
          <a:srgbClr val="AAACCD"/>
        </a:accent3>
        <a:accent4>
          <a:srgbClr val="DADADA"/>
        </a:accent4>
        <a:accent5>
          <a:srgbClr val="AAAAFF"/>
        </a:accent5>
        <a:accent6>
          <a:srgbClr val="009D00"/>
        </a:accent6>
        <a:hlink>
          <a:srgbClr val="9933FF"/>
        </a:hlink>
        <a:folHlink>
          <a:srgbClr val="33CCFF"/>
        </a:folHlink>
      </a:clrScheme>
      <a:clrMap bg1="dk2" tx1="lt1" bg2="dk1" tx2="lt2" accent1="accent1" accent2="accent2" accent3="accent3" accent4="accent4" accent5="accent5" accent6="accent6" hlink="hlink" folHlink="folHlink"/>
    </a:extraClrScheme>
    <a:extraClrScheme>
      <a:clrScheme name="Office Theme 9">
        <a:dk1>
          <a:srgbClr val="000000"/>
        </a:dk1>
        <a:lt1>
          <a:srgbClr val="FFFFFF"/>
        </a:lt1>
        <a:dk2>
          <a:srgbClr val="00279F"/>
        </a:dk2>
        <a:lt2>
          <a:srgbClr val="FFFFFF"/>
        </a:lt2>
        <a:accent1>
          <a:srgbClr val="6699FF"/>
        </a:accent1>
        <a:accent2>
          <a:srgbClr val="00AE00"/>
        </a:accent2>
        <a:accent3>
          <a:srgbClr val="AAACCD"/>
        </a:accent3>
        <a:accent4>
          <a:srgbClr val="DADADA"/>
        </a:accent4>
        <a:accent5>
          <a:srgbClr val="B8CAFF"/>
        </a:accent5>
        <a:accent6>
          <a:srgbClr val="009D00"/>
        </a:accent6>
        <a:hlink>
          <a:srgbClr val="9933FF"/>
        </a:hlink>
        <a:folHlink>
          <a:srgbClr val="33CCFF"/>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15547</TotalTime>
  <Words>976</Words>
  <Application>Microsoft Office PowerPoint</Application>
  <PresentationFormat>On-screen Show (4:3)</PresentationFormat>
  <Paragraphs>137</Paragraphs>
  <Slides>11</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11</vt:i4>
      </vt:variant>
    </vt:vector>
  </HeadingPairs>
  <TitlesOfParts>
    <vt:vector size="18" baseType="lpstr">
      <vt:lpstr>ＭＳ Ｐゴシック</vt:lpstr>
      <vt:lpstr>Arial</vt:lpstr>
      <vt:lpstr>Calibri</vt:lpstr>
      <vt:lpstr>Corbel</vt:lpstr>
      <vt:lpstr>Wingdings</vt:lpstr>
      <vt:lpstr>Office Theme</vt:lpstr>
      <vt:lpstr>LM 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Lockheed Martin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Corey Hart</dc:creator>
  <cp:keywords/>
  <cp:lastModifiedBy>Kogut, Paul A (US)</cp:lastModifiedBy>
  <cp:revision>296</cp:revision>
  <dcterms:created xsi:type="dcterms:W3CDTF">2014-05-07T15:49:13Z</dcterms:created>
  <dcterms:modified xsi:type="dcterms:W3CDTF">2018-02-13T21:33:13Z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M SIP Document Sensitivity">
    <vt:lpwstr/>
  </property>
  <property fmtid="{D5CDD505-2E9C-101B-9397-08002B2CF9AE}" pid="3" name="Document Author">
    <vt:lpwstr>ACCT04\pkogut</vt:lpwstr>
  </property>
  <property fmtid="{D5CDD505-2E9C-101B-9397-08002B2CF9AE}" pid="4" name="Document Sensitivity">
    <vt:lpwstr>1</vt:lpwstr>
  </property>
  <property fmtid="{D5CDD505-2E9C-101B-9397-08002B2CF9AE}" pid="5" name="ThirdParty">
    <vt:lpwstr/>
  </property>
  <property fmtid="{D5CDD505-2E9C-101B-9397-08002B2CF9AE}" pid="6" name="OCI Restriction">
    <vt:bool>false</vt:bool>
  </property>
  <property fmtid="{D5CDD505-2E9C-101B-9397-08002B2CF9AE}" pid="7" name="OCI Additional Info">
    <vt:lpwstr/>
  </property>
  <property fmtid="{D5CDD505-2E9C-101B-9397-08002B2CF9AE}" pid="8" name="Allow Header Overwrite">
    <vt:bool>true</vt:bool>
  </property>
  <property fmtid="{D5CDD505-2E9C-101B-9397-08002B2CF9AE}" pid="9" name="Allow Footer Overwrite">
    <vt:bool>true</vt:bool>
  </property>
  <property fmtid="{D5CDD505-2E9C-101B-9397-08002B2CF9AE}" pid="10" name="Multiple Selected">
    <vt:lpwstr>-1</vt:lpwstr>
  </property>
  <property fmtid="{D5CDD505-2E9C-101B-9397-08002B2CF9AE}" pid="11" name="SIPLongWording">
    <vt:lpwstr/>
  </property>
  <property fmtid="{D5CDD505-2E9C-101B-9397-08002B2CF9AE}" pid="12" name="checkedProgramsCount">
    <vt:i4>0</vt:i4>
  </property>
  <property fmtid="{D5CDD505-2E9C-101B-9397-08002B2CF9AE}" pid="13" name="ExpCountry">
    <vt:lpwstr/>
  </property>
</Properties>
</file>