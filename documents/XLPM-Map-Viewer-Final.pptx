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2" r:id="rId3"/>
    <p:sldId id="263" r:id="rId4"/>
    <p:sldId id="257" r:id="rId5"/>
    <p:sldId id="270" r:id="rId6"/>
    <p:sldId id="271" r:id="rId7"/>
    <p:sldId id="265" r:id="rId8"/>
    <p:sldId id="259" r:id="rId9"/>
    <p:sldId id="266" r:id="rId10"/>
    <p:sldId id="267" r:id="rId11"/>
    <p:sldId id="268" r:id="rId12"/>
    <p:sldId id="269" r:id="rId13"/>
    <p:sldId id="26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5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9835CD9-9FF4-4917-8018-43A870B4A019}" type="doc">
      <dgm:prSet loTypeId="urn:microsoft.com/office/officeart/2005/8/layout/process1" loCatId="process" qsTypeId="urn:microsoft.com/office/officeart/2005/8/quickstyle/simple1" qsCatId="simple" csTypeId="urn:microsoft.com/office/officeart/2005/8/colors/accent2_2" csCatId="accent2" phldr="1"/>
      <dgm:spPr/>
    </dgm:pt>
    <dgm:pt modelId="{B438BF99-57CA-420D-8100-F587FF8351F3}">
      <dgm:prSet phldrT="[Text]"/>
      <dgm:spPr/>
      <dgm:t>
        <a:bodyPr/>
        <a:lstStyle/>
        <a:p>
          <a:r>
            <a:rPr lang="en-US" dirty="0" smtClean="0"/>
            <a:t>Input Files</a:t>
          </a:r>
          <a:endParaRPr lang="en-US" dirty="0"/>
        </a:p>
      </dgm:t>
    </dgm:pt>
    <dgm:pt modelId="{E86651D5-37E4-4729-86F5-1B517CCD6EDB}" type="parTrans" cxnId="{C46901F7-2F6C-4980-AAD8-3032E605A52D}">
      <dgm:prSet/>
      <dgm:spPr/>
      <dgm:t>
        <a:bodyPr/>
        <a:lstStyle/>
        <a:p>
          <a:endParaRPr lang="en-US"/>
        </a:p>
      </dgm:t>
    </dgm:pt>
    <dgm:pt modelId="{E5991AED-21E5-4423-BC04-304654B1A434}" type="sibTrans" cxnId="{C46901F7-2F6C-4980-AAD8-3032E605A52D}">
      <dgm:prSet/>
      <dgm:spPr/>
      <dgm:t>
        <a:bodyPr/>
        <a:lstStyle/>
        <a:p>
          <a:endParaRPr lang="en-US"/>
        </a:p>
      </dgm:t>
    </dgm:pt>
    <dgm:pt modelId="{637EF24A-F5CC-4166-ACDA-34400C25AF65}">
      <dgm:prSet phldrT="[Text]"/>
      <dgm:spPr/>
      <dgm:t>
        <a:bodyPr/>
        <a:lstStyle/>
        <a:p>
          <a:r>
            <a:rPr lang="en-US" dirty="0" smtClean="0"/>
            <a:t>Analyze FASTA</a:t>
          </a:r>
          <a:endParaRPr lang="en-US" dirty="0"/>
        </a:p>
      </dgm:t>
    </dgm:pt>
    <dgm:pt modelId="{3CD9F13A-3223-4428-8BCA-D75C7A17F673}" type="parTrans" cxnId="{0B06D064-7E0B-4BDA-BBAE-B042E146A0C6}">
      <dgm:prSet/>
      <dgm:spPr/>
      <dgm:t>
        <a:bodyPr/>
        <a:lstStyle/>
        <a:p>
          <a:endParaRPr lang="en-US"/>
        </a:p>
      </dgm:t>
    </dgm:pt>
    <dgm:pt modelId="{7468E482-CA14-40BC-9C0C-56F97B761DAF}" type="sibTrans" cxnId="{0B06D064-7E0B-4BDA-BBAE-B042E146A0C6}">
      <dgm:prSet/>
      <dgm:spPr/>
      <dgm:t>
        <a:bodyPr/>
        <a:lstStyle/>
        <a:p>
          <a:endParaRPr lang="en-US"/>
        </a:p>
      </dgm:t>
    </dgm:pt>
    <dgm:pt modelId="{C37D82D2-0E4D-4A13-8682-87B305BEB030}">
      <dgm:prSet phldrT="[Text]"/>
      <dgm:spPr/>
      <dgm:t>
        <a:bodyPr/>
        <a:lstStyle/>
        <a:p>
          <a:r>
            <a:rPr lang="en-US" dirty="0" smtClean="0"/>
            <a:t>Generate First Level Grey Rectangle with Sequences Across the Axis in a Matrix form</a:t>
          </a:r>
          <a:endParaRPr lang="en-US" dirty="0"/>
        </a:p>
      </dgm:t>
    </dgm:pt>
    <dgm:pt modelId="{B9D2B500-A5E0-4B37-AB42-34F7E7B10727}" type="parTrans" cxnId="{C2849663-55EF-401C-91CB-0931022506E1}">
      <dgm:prSet/>
      <dgm:spPr/>
      <dgm:t>
        <a:bodyPr/>
        <a:lstStyle/>
        <a:p>
          <a:endParaRPr lang="en-US"/>
        </a:p>
      </dgm:t>
    </dgm:pt>
    <dgm:pt modelId="{B7AE0270-1D8D-4550-BE85-CA3DA71E6A70}" type="sibTrans" cxnId="{C2849663-55EF-401C-91CB-0931022506E1}">
      <dgm:prSet/>
      <dgm:spPr/>
      <dgm:t>
        <a:bodyPr/>
        <a:lstStyle/>
        <a:p>
          <a:endParaRPr lang="en-US"/>
        </a:p>
      </dgm:t>
    </dgm:pt>
    <dgm:pt modelId="{56C7EE2A-5F8B-464B-BA9D-167D9C58B9E5}">
      <dgm:prSet phldrT="[Text]"/>
      <dgm:spPr/>
      <dgm:t>
        <a:bodyPr/>
        <a:lstStyle/>
        <a:p>
          <a:r>
            <a:rPr lang="en-US" dirty="0" smtClean="0"/>
            <a:t>Analyze Data File</a:t>
          </a:r>
          <a:endParaRPr lang="en-US" dirty="0"/>
        </a:p>
      </dgm:t>
    </dgm:pt>
    <dgm:pt modelId="{6DFB60C5-E79E-4598-885F-C1D60BB1F4D2}" type="parTrans" cxnId="{37525839-A666-470D-86D1-3ED302807A08}">
      <dgm:prSet/>
      <dgm:spPr/>
    </dgm:pt>
    <dgm:pt modelId="{B4B416C0-A4C6-4966-AB3C-C104B00C8758}" type="sibTrans" cxnId="{37525839-A666-470D-86D1-3ED302807A08}">
      <dgm:prSet/>
      <dgm:spPr/>
      <dgm:t>
        <a:bodyPr/>
        <a:lstStyle/>
        <a:p>
          <a:endParaRPr lang="en-US"/>
        </a:p>
      </dgm:t>
    </dgm:pt>
    <dgm:pt modelId="{D7E50854-019E-41ED-986F-470720607C45}">
      <dgm:prSet phldrT="[Text]"/>
      <dgm:spPr/>
      <dgm:t>
        <a:bodyPr/>
        <a:lstStyle/>
        <a:p>
          <a:r>
            <a:rPr lang="en-US" dirty="0" smtClean="0"/>
            <a:t>Generate Blue Squares on top of the Grey Rectangle</a:t>
          </a:r>
          <a:endParaRPr lang="en-US" dirty="0"/>
        </a:p>
      </dgm:t>
    </dgm:pt>
    <dgm:pt modelId="{4EF9BD4B-4363-44F8-A380-5FA299FA0DF1}" type="parTrans" cxnId="{8D02993E-6E2A-410F-9ABF-A0B513603EC6}">
      <dgm:prSet/>
      <dgm:spPr/>
    </dgm:pt>
    <dgm:pt modelId="{BA5524BF-CEF4-4D86-8949-366BD17E5F83}" type="sibTrans" cxnId="{8D02993E-6E2A-410F-9ABF-A0B513603EC6}">
      <dgm:prSet/>
      <dgm:spPr/>
      <dgm:t>
        <a:bodyPr/>
        <a:lstStyle/>
        <a:p>
          <a:endParaRPr lang="en-US"/>
        </a:p>
      </dgm:t>
    </dgm:pt>
    <dgm:pt modelId="{36C33FD5-C8AE-4E43-A4FF-B9F22D675AF9}" type="pres">
      <dgm:prSet presAssocID="{B9835CD9-9FF4-4917-8018-43A870B4A019}" presName="Name0" presStyleCnt="0">
        <dgm:presLayoutVars>
          <dgm:dir/>
          <dgm:resizeHandles val="exact"/>
        </dgm:presLayoutVars>
      </dgm:prSet>
      <dgm:spPr/>
    </dgm:pt>
    <dgm:pt modelId="{4C9D46BC-A8EB-413B-A967-723C943CCC40}" type="pres">
      <dgm:prSet presAssocID="{B438BF99-57CA-420D-8100-F587FF8351F3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075C04-6B7C-42B1-BB39-B2951A209861}" type="pres">
      <dgm:prSet presAssocID="{E5991AED-21E5-4423-BC04-304654B1A434}" presName="sibTrans" presStyleLbl="sibTrans2D1" presStyleIdx="0" presStyleCnt="4"/>
      <dgm:spPr/>
    </dgm:pt>
    <dgm:pt modelId="{97EFF690-CD07-4DD5-965C-23A02E23A695}" type="pres">
      <dgm:prSet presAssocID="{E5991AED-21E5-4423-BC04-304654B1A434}" presName="connectorText" presStyleLbl="sibTrans2D1" presStyleIdx="0" presStyleCnt="4"/>
      <dgm:spPr/>
    </dgm:pt>
    <dgm:pt modelId="{0CCE213E-B277-43C1-9A82-0BEDEDC30DB2}" type="pres">
      <dgm:prSet presAssocID="{637EF24A-F5CC-4166-ACDA-34400C25AF65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D9F4F3-32A3-489A-959A-121E43378E1F}" type="pres">
      <dgm:prSet presAssocID="{7468E482-CA14-40BC-9C0C-56F97B761DAF}" presName="sibTrans" presStyleLbl="sibTrans2D1" presStyleIdx="1" presStyleCnt="4"/>
      <dgm:spPr/>
    </dgm:pt>
    <dgm:pt modelId="{BD76EF14-0B19-4108-AB8F-C2E054585649}" type="pres">
      <dgm:prSet presAssocID="{7468E482-CA14-40BC-9C0C-56F97B761DAF}" presName="connectorText" presStyleLbl="sibTrans2D1" presStyleIdx="1" presStyleCnt="4"/>
      <dgm:spPr/>
    </dgm:pt>
    <dgm:pt modelId="{47F3E654-41C7-4621-A3FA-A5B647E6E776}" type="pres">
      <dgm:prSet presAssocID="{C37D82D2-0E4D-4A13-8682-87B305BEB030}" presName="node" presStyleLbl="node1" presStyleIdx="2" presStyleCnt="5">
        <dgm:presLayoutVars>
          <dgm:bulletEnabled val="1"/>
        </dgm:presLayoutVars>
      </dgm:prSet>
      <dgm:spPr/>
    </dgm:pt>
    <dgm:pt modelId="{448E7DD7-0DBD-42E6-8598-80D431E08AA7}" type="pres">
      <dgm:prSet presAssocID="{B7AE0270-1D8D-4550-BE85-CA3DA71E6A70}" presName="sibTrans" presStyleLbl="sibTrans2D1" presStyleIdx="2" presStyleCnt="4"/>
      <dgm:spPr/>
    </dgm:pt>
    <dgm:pt modelId="{E47F4647-9E6C-4ECE-84E7-0235F32F985B}" type="pres">
      <dgm:prSet presAssocID="{B7AE0270-1D8D-4550-BE85-CA3DA71E6A70}" presName="connectorText" presStyleLbl="sibTrans2D1" presStyleIdx="2" presStyleCnt="4"/>
      <dgm:spPr/>
    </dgm:pt>
    <dgm:pt modelId="{941351EC-10E5-4C67-9315-DD12AC7DFC43}" type="pres">
      <dgm:prSet presAssocID="{56C7EE2A-5F8B-464B-BA9D-167D9C58B9E5}" presName="node" presStyleLbl="node1" presStyleIdx="3" presStyleCnt="5">
        <dgm:presLayoutVars>
          <dgm:bulletEnabled val="1"/>
        </dgm:presLayoutVars>
      </dgm:prSet>
      <dgm:spPr/>
    </dgm:pt>
    <dgm:pt modelId="{933DFCED-F15C-4A8B-B1EB-B0AEC5F2F028}" type="pres">
      <dgm:prSet presAssocID="{B4B416C0-A4C6-4966-AB3C-C104B00C8758}" presName="sibTrans" presStyleLbl="sibTrans2D1" presStyleIdx="3" presStyleCnt="4"/>
      <dgm:spPr/>
    </dgm:pt>
    <dgm:pt modelId="{C515705B-2A72-4514-AB2A-F6BDDFEC685A}" type="pres">
      <dgm:prSet presAssocID="{B4B416C0-A4C6-4966-AB3C-C104B00C8758}" presName="connectorText" presStyleLbl="sibTrans2D1" presStyleIdx="3" presStyleCnt="4"/>
      <dgm:spPr/>
    </dgm:pt>
    <dgm:pt modelId="{FAE8D141-529F-48FC-A457-EC5B0F346996}" type="pres">
      <dgm:prSet presAssocID="{D7E50854-019E-41ED-986F-470720607C45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46901F7-2F6C-4980-AAD8-3032E605A52D}" srcId="{B9835CD9-9FF4-4917-8018-43A870B4A019}" destId="{B438BF99-57CA-420D-8100-F587FF8351F3}" srcOrd="0" destOrd="0" parTransId="{E86651D5-37E4-4729-86F5-1B517CCD6EDB}" sibTransId="{E5991AED-21E5-4423-BC04-304654B1A434}"/>
    <dgm:cxn modelId="{A8C52649-F6DA-404B-A3A2-2AEB55FA97AE}" type="presOf" srcId="{E5991AED-21E5-4423-BC04-304654B1A434}" destId="{97EFF690-CD07-4DD5-965C-23A02E23A695}" srcOrd="1" destOrd="0" presId="urn:microsoft.com/office/officeart/2005/8/layout/process1"/>
    <dgm:cxn modelId="{57ACAA32-4FE2-4758-9373-222F4DFD2289}" type="presOf" srcId="{E5991AED-21E5-4423-BC04-304654B1A434}" destId="{C1075C04-6B7C-42B1-BB39-B2951A209861}" srcOrd="0" destOrd="0" presId="urn:microsoft.com/office/officeart/2005/8/layout/process1"/>
    <dgm:cxn modelId="{5AF33D2D-1F99-426E-92A9-990A78A19C0C}" type="presOf" srcId="{B4B416C0-A4C6-4966-AB3C-C104B00C8758}" destId="{933DFCED-F15C-4A8B-B1EB-B0AEC5F2F028}" srcOrd="0" destOrd="0" presId="urn:microsoft.com/office/officeart/2005/8/layout/process1"/>
    <dgm:cxn modelId="{3702B8F4-988E-4510-88D5-47B95EB57DBB}" type="presOf" srcId="{B7AE0270-1D8D-4550-BE85-CA3DA71E6A70}" destId="{448E7DD7-0DBD-42E6-8598-80D431E08AA7}" srcOrd="0" destOrd="0" presId="urn:microsoft.com/office/officeart/2005/8/layout/process1"/>
    <dgm:cxn modelId="{0B06D064-7E0B-4BDA-BBAE-B042E146A0C6}" srcId="{B9835CD9-9FF4-4917-8018-43A870B4A019}" destId="{637EF24A-F5CC-4166-ACDA-34400C25AF65}" srcOrd="1" destOrd="0" parTransId="{3CD9F13A-3223-4428-8BCA-D75C7A17F673}" sibTransId="{7468E482-CA14-40BC-9C0C-56F97B761DAF}"/>
    <dgm:cxn modelId="{B05F6E35-9256-434D-BFE2-9FEC49916AA9}" type="presOf" srcId="{7468E482-CA14-40BC-9C0C-56F97B761DAF}" destId="{F7D9F4F3-32A3-489A-959A-121E43378E1F}" srcOrd="0" destOrd="0" presId="urn:microsoft.com/office/officeart/2005/8/layout/process1"/>
    <dgm:cxn modelId="{63A4C9F9-9C5A-4EB5-BF0F-86D583BD862F}" type="presOf" srcId="{B7AE0270-1D8D-4550-BE85-CA3DA71E6A70}" destId="{E47F4647-9E6C-4ECE-84E7-0235F32F985B}" srcOrd="1" destOrd="0" presId="urn:microsoft.com/office/officeart/2005/8/layout/process1"/>
    <dgm:cxn modelId="{8D02993E-6E2A-410F-9ABF-A0B513603EC6}" srcId="{B9835CD9-9FF4-4917-8018-43A870B4A019}" destId="{D7E50854-019E-41ED-986F-470720607C45}" srcOrd="4" destOrd="0" parTransId="{4EF9BD4B-4363-44F8-A380-5FA299FA0DF1}" sibTransId="{BA5524BF-CEF4-4D86-8949-366BD17E5F83}"/>
    <dgm:cxn modelId="{8ECECF33-85B5-404B-A529-981F2DD91C7F}" type="presOf" srcId="{56C7EE2A-5F8B-464B-BA9D-167D9C58B9E5}" destId="{941351EC-10E5-4C67-9315-DD12AC7DFC43}" srcOrd="0" destOrd="0" presId="urn:microsoft.com/office/officeart/2005/8/layout/process1"/>
    <dgm:cxn modelId="{477744C8-CA13-4D64-844F-AFE922BF2DB1}" type="presOf" srcId="{B9835CD9-9FF4-4917-8018-43A870B4A019}" destId="{36C33FD5-C8AE-4E43-A4FF-B9F22D675AF9}" srcOrd="0" destOrd="0" presId="urn:microsoft.com/office/officeart/2005/8/layout/process1"/>
    <dgm:cxn modelId="{BD0AFD65-189D-4563-BCDC-0537B0AD5ADE}" type="presOf" srcId="{C37D82D2-0E4D-4A13-8682-87B305BEB030}" destId="{47F3E654-41C7-4621-A3FA-A5B647E6E776}" srcOrd="0" destOrd="0" presId="urn:microsoft.com/office/officeart/2005/8/layout/process1"/>
    <dgm:cxn modelId="{C6F59CF4-F5ED-46A8-A4F0-22F8CF60BBA1}" type="presOf" srcId="{B4B416C0-A4C6-4966-AB3C-C104B00C8758}" destId="{C515705B-2A72-4514-AB2A-F6BDDFEC685A}" srcOrd="1" destOrd="0" presId="urn:microsoft.com/office/officeart/2005/8/layout/process1"/>
    <dgm:cxn modelId="{C2849663-55EF-401C-91CB-0931022506E1}" srcId="{B9835CD9-9FF4-4917-8018-43A870B4A019}" destId="{C37D82D2-0E4D-4A13-8682-87B305BEB030}" srcOrd="2" destOrd="0" parTransId="{B9D2B500-A5E0-4B37-AB42-34F7E7B10727}" sibTransId="{B7AE0270-1D8D-4550-BE85-CA3DA71E6A70}"/>
    <dgm:cxn modelId="{1ED508F4-12D8-4955-A36D-23B4FC43115E}" type="presOf" srcId="{D7E50854-019E-41ED-986F-470720607C45}" destId="{FAE8D141-529F-48FC-A457-EC5B0F346996}" srcOrd="0" destOrd="0" presId="urn:microsoft.com/office/officeart/2005/8/layout/process1"/>
    <dgm:cxn modelId="{37525839-A666-470D-86D1-3ED302807A08}" srcId="{B9835CD9-9FF4-4917-8018-43A870B4A019}" destId="{56C7EE2A-5F8B-464B-BA9D-167D9C58B9E5}" srcOrd="3" destOrd="0" parTransId="{6DFB60C5-E79E-4598-885F-C1D60BB1F4D2}" sibTransId="{B4B416C0-A4C6-4966-AB3C-C104B00C8758}"/>
    <dgm:cxn modelId="{4336EA56-4873-42FB-974A-D53255887B5A}" type="presOf" srcId="{7468E482-CA14-40BC-9C0C-56F97B761DAF}" destId="{BD76EF14-0B19-4108-AB8F-C2E054585649}" srcOrd="1" destOrd="0" presId="urn:microsoft.com/office/officeart/2005/8/layout/process1"/>
    <dgm:cxn modelId="{59AA3E44-EE1E-40D8-8C2C-31F23612E5B9}" type="presOf" srcId="{637EF24A-F5CC-4166-ACDA-34400C25AF65}" destId="{0CCE213E-B277-43C1-9A82-0BEDEDC30DB2}" srcOrd="0" destOrd="0" presId="urn:microsoft.com/office/officeart/2005/8/layout/process1"/>
    <dgm:cxn modelId="{D517F626-BD2A-404D-B86E-30E49AA81A48}" type="presOf" srcId="{B438BF99-57CA-420D-8100-F587FF8351F3}" destId="{4C9D46BC-A8EB-413B-A967-723C943CCC40}" srcOrd="0" destOrd="0" presId="urn:microsoft.com/office/officeart/2005/8/layout/process1"/>
    <dgm:cxn modelId="{7D230932-00DD-4445-BA77-E72778ABC952}" type="presParOf" srcId="{36C33FD5-C8AE-4E43-A4FF-B9F22D675AF9}" destId="{4C9D46BC-A8EB-413B-A967-723C943CCC40}" srcOrd="0" destOrd="0" presId="urn:microsoft.com/office/officeart/2005/8/layout/process1"/>
    <dgm:cxn modelId="{E28331B4-4015-4522-BE9B-F710B526969E}" type="presParOf" srcId="{36C33FD5-C8AE-4E43-A4FF-B9F22D675AF9}" destId="{C1075C04-6B7C-42B1-BB39-B2951A209861}" srcOrd="1" destOrd="0" presId="urn:microsoft.com/office/officeart/2005/8/layout/process1"/>
    <dgm:cxn modelId="{82A71D0E-C21F-4D09-AC87-0C5892909B00}" type="presParOf" srcId="{C1075C04-6B7C-42B1-BB39-B2951A209861}" destId="{97EFF690-CD07-4DD5-965C-23A02E23A695}" srcOrd="0" destOrd="0" presId="urn:microsoft.com/office/officeart/2005/8/layout/process1"/>
    <dgm:cxn modelId="{8559D07E-A0C1-471E-A31D-0347437C0104}" type="presParOf" srcId="{36C33FD5-C8AE-4E43-A4FF-B9F22D675AF9}" destId="{0CCE213E-B277-43C1-9A82-0BEDEDC30DB2}" srcOrd="2" destOrd="0" presId="urn:microsoft.com/office/officeart/2005/8/layout/process1"/>
    <dgm:cxn modelId="{2571E82C-12B3-41B7-A516-DE59D7489D3E}" type="presParOf" srcId="{36C33FD5-C8AE-4E43-A4FF-B9F22D675AF9}" destId="{F7D9F4F3-32A3-489A-959A-121E43378E1F}" srcOrd="3" destOrd="0" presId="urn:microsoft.com/office/officeart/2005/8/layout/process1"/>
    <dgm:cxn modelId="{088885C1-7514-4903-95D0-B6B944CC408E}" type="presParOf" srcId="{F7D9F4F3-32A3-489A-959A-121E43378E1F}" destId="{BD76EF14-0B19-4108-AB8F-C2E054585649}" srcOrd="0" destOrd="0" presId="urn:microsoft.com/office/officeart/2005/8/layout/process1"/>
    <dgm:cxn modelId="{A655A765-8D17-47F1-B2A7-84C10E8C3274}" type="presParOf" srcId="{36C33FD5-C8AE-4E43-A4FF-B9F22D675AF9}" destId="{47F3E654-41C7-4621-A3FA-A5B647E6E776}" srcOrd="4" destOrd="0" presId="urn:microsoft.com/office/officeart/2005/8/layout/process1"/>
    <dgm:cxn modelId="{AEEFEFDC-47B7-4BDF-9454-858AB846496A}" type="presParOf" srcId="{36C33FD5-C8AE-4E43-A4FF-B9F22D675AF9}" destId="{448E7DD7-0DBD-42E6-8598-80D431E08AA7}" srcOrd="5" destOrd="0" presId="urn:microsoft.com/office/officeart/2005/8/layout/process1"/>
    <dgm:cxn modelId="{7812ADF1-7636-43DD-9681-BD310CE0EB94}" type="presParOf" srcId="{448E7DD7-0DBD-42E6-8598-80D431E08AA7}" destId="{E47F4647-9E6C-4ECE-84E7-0235F32F985B}" srcOrd="0" destOrd="0" presId="urn:microsoft.com/office/officeart/2005/8/layout/process1"/>
    <dgm:cxn modelId="{254655C8-F598-4C19-86D9-D81B75D1CFC9}" type="presParOf" srcId="{36C33FD5-C8AE-4E43-A4FF-B9F22D675AF9}" destId="{941351EC-10E5-4C67-9315-DD12AC7DFC43}" srcOrd="6" destOrd="0" presId="urn:microsoft.com/office/officeart/2005/8/layout/process1"/>
    <dgm:cxn modelId="{ACE9CEFF-DFCB-4D64-893F-6C98F845D195}" type="presParOf" srcId="{36C33FD5-C8AE-4E43-A4FF-B9F22D675AF9}" destId="{933DFCED-F15C-4A8B-B1EB-B0AEC5F2F028}" srcOrd="7" destOrd="0" presId="urn:microsoft.com/office/officeart/2005/8/layout/process1"/>
    <dgm:cxn modelId="{543EE594-9109-409D-9D4F-0BC3127D0749}" type="presParOf" srcId="{933DFCED-F15C-4A8B-B1EB-B0AEC5F2F028}" destId="{C515705B-2A72-4514-AB2A-F6BDDFEC685A}" srcOrd="0" destOrd="0" presId="urn:microsoft.com/office/officeart/2005/8/layout/process1"/>
    <dgm:cxn modelId="{A8F0C0A7-CD0E-43A5-BE3C-4258DFF2B89C}" type="presParOf" srcId="{36C33FD5-C8AE-4E43-A4FF-B9F22D675AF9}" destId="{FAE8D141-529F-48FC-A457-EC5B0F346996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9D3C2B-C9C9-4A3B-86D1-1980BE5B4402}" type="doc">
      <dgm:prSet loTypeId="urn:microsoft.com/office/officeart/2005/8/layout/process1" loCatId="process" qsTypeId="urn:microsoft.com/office/officeart/2005/8/quickstyle/simple1" qsCatId="simple" csTypeId="urn:microsoft.com/office/officeart/2005/8/colors/accent2_2" csCatId="accent2" phldr="1"/>
      <dgm:spPr/>
    </dgm:pt>
    <dgm:pt modelId="{4F93ECFC-3763-4EB3-BEE6-0BC966010371}">
      <dgm:prSet phldrT="[Text]"/>
      <dgm:spPr/>
      <dgm:t>
        <a:bodyPr/>
        <a:lstStyle/>
        <a:p>
          <a:r>
            <a:rPr lang="en-US" dirty="0" smtClean="0"/>
            <a:t>Click on one data element representing two peptides interacting across the file</a:t>
          </a:r>
          <a:endParaRPr lang="en-US" dirty="0"/>
        </a:p>
      </dgm:t>
    </dgm:pt>
    <dgm:pt modelId="{56B40079-BEAF-46D9-9A6E-AB2A60896731}" type="parTrans" cxnId="{562B63CD-C3FB-4768-8764-EAA7FB5ED546}">
      <dgm:prSet/>
      <dgm:spPr/>
      <dgm:t>
        <a:bodyPr/>
        <a:lstStyle/>
        <a:p>
          <a:endParaRPr lang="en-US"/>
        </a:p>
      </dgm:t>
    </dgm:pt>
    <dgm:pt modelId="{9895922C-B661-4965-B242-8B03B0E9E357}" type="sibTrans" cxnId="{562B63CD-C3FB-4768-8764-EAA7FB5ED546}">
      <dgm:prSet/>
      <dgm:spPr/>
      <dgm:t>
        <a:bodyPr/>
        <a:lstStyle/>
        <a:p>
          <a:endParaRPr lang="en-US"/>
        </a:p>
      </dgm:t>
    </dgm:pt>
    <dgm:pt modelId="{6B3A8777-7E9A-497B-BF6A-2A3101C9BB1B}">
      <dgm:prSet phldrT="[Text]"/>
      <dgm:spPr/>
      <dgm:t>
        <a:bodyPr/>
        <a:lstStyle/>
        <a:p>
          <a:r>
            <a:rPr lang="en-US" dirty="0" smtClean="0"/>
            <a:t>Generate a tree map describing the scores of the pair of peptides across the files</a:t>
          </a:r>
          <a:endParaRPr lang="en-US" dirty="0"/>
        </a:p>
      </dgm:t>
    </dgm:pt>
    <dgm:pt modelId="{F3A08CA4-0256-4756-BC98-8C79651CC13B}" type="parTrans" cxnId="{DFFED82D-D203-4821-A442-30895F24F22F}">
      <dgm:prSet/>
      <dgm:spPr/>
      <dgm:t>
        <a:bodyPr/>
        <a:lstStyle/>
        <a:p>
          <a:endParaRPr lang="en-US"/>
        </a:p>
      </dgm:t>
    </dgm:pt>
    <dgm:pt modelId="{FDB0D29B-85AA-4D36-8582-CBA9CD99A82E}" type="sibTrans" cxnId="{DFFED82D-D203-4821-A442-30895F24F22F}">
      <dgm:prSet/>
      <dgm:spPr/>
      <dgm:t>
        <a:bodyPr/>
        <a:lstStyle/>
        <a:p>
          <a:endParaRPr lang="en-US"/>
        </a:p>
      </dgm:t>
    </dgm:pt>
    <dgm:pt modelId="{C8AD9767-84D2-4960-AC16-4D93539F0543}">
      <dgm:prSet phldrT="[Text]"/>
      <dgm:spPr/>
      <dgm:t>
        <a:bodyPr/>
        <a:lstStyle/>
        <a:p>
          <a:r>
            <a:rPr lang="en-US" dirty="0" smtClean="0"/>
            <a:t>Click on one of the pairs to see interaction on the residue level</a:t>
          </a:r>
          <a:endParaRPr lang="en-US" dirty="0"/>
        </a:p>
      </dgm:t>
    </dgm:pt>
    <dgm:pt modelId="{834BB4A8-3123-441C-A5BB-DF7B1EED32F4}" type="parTrans" cxnId="{10F7A77B-2F54-4362-AD48-E905576BC8B0}">
      <dgm:prSet/>
      <dgm:spPr/>
      <dgm:t>
        <a:bodyPr/>
        <a:lstStyle/>
        <a:p>
          <a:endParaRPr lang="en-US"/>
        </a:p>
      </dgm:t>
    </dgm:pt>
    <dgm:pt modelId="{39F8DC6A-F7DB-4509-AE61-93761087ACF2}" type="sibTrans" cxnId="{10F7A77B-2F54-4362-AD48-E905576BC8B0}">
      <dgm:prSet/>
      <dgm:spPr/>
      <dgm:t>
        <a:bodyPr/>
        <a:lstStyle/>
        <a:p>
          <a:endParaRPr lang="en-US"/>
        </a:p>
      </dgm:t>
    </dgm:pt>
    <dgm:pt modelId="{C860EA5C-44F3-4051-8AAE-9354E0FCFDBC}" type="pres">
      <dgm:prSet presAssocID="{059D3C2B-C9C9-4A3B-86D1-1980BE5B4402}" presName="Name0" presStyleCnt="0">
        <dgm:presLayoutVars>
          <dgm:dir/>
          <dgm:resizeHandles val="exact"/>
        </dgm:presLayoutVars>
      </dgm:prSet>
      <dgm:spPr/>
    </dgm:pt>
    <dgm:pt modelId="{1FA503EE-2E1E-4C68-9BEF-E0C4A70A1E79}" type="pres">
      <dgm:prSet presAssocID="{4F93ECFC-3763-4EB3-BEE6-0BC966010371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F03F79-43D1-4DA2-BC4E-59864D9535F2}" type="pres">
      <dgm:prSet presAssocID="{9895922C-B661-4965-B242-8B03B0E9E357}" presName="sibTrans" presStyleLbl="sibTrans2D1" presStyleIdx="0" presStyleCnt="2"/>
      <dgm:spPr/>
    </dgm:pt>
    <dgm:pt modelId="{A67E9F30-5E8A-42ED-9ACB-2B504192ECB2}" type="pres">
      <dgm:prSet presAssocID="{9895922C-B661-4965-B242-8B03B0E9E357}" presName="connectorText" presStyleLbl="sibTrans2D1" presStyleIdx="0" presStyleCnt="2"/>
      <dgm:spPr/>
    </dgm:pt>
    <dgm:pt modelId="{484B8FD8-FA87-471B-91BF-57B77A740F6B}" type="pres">
      <dgm:prSet presAssocID="{6B3A8777-7E9A-497B-BF6A-2A3101C9BB1B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A20D8B-2F8C-406F-9401-E6378BFAC223}" type="pres">
      <dgm:prSet presAssocID="{FDB0D29B-85AA-4D36-8582-CBA9CD99A82E}" presName="sibTrans" presStyleLbl="sibTrans2D1" presStyleIdx="1" presStyleCnt="2"/>
      <dgm:spPr/>
    </dgm:pt>
    <dgm:pt modelId="{47F1546E-C686-4EF7-8115-4144A841133F}" type="pres">
      <dgm:prSet presAssocID="{FDB0D29B-85AA-4D36-8582-CBA9CD99A82E}" presName="connectorText" presStyleLbl="sibTrans2D1" presStyleIdx="1" presStyleCnt="2"/>
      <dgm:spPr/>
    </dgm:pt>
    <dgm:pt modelId="{C00D621B-3D6E-4657-8979-D5B6C5377296}" type="pres">
      <dgm:prSet presAssocID="{C8AD9767-84D2-4960-AC16-4D93539F0543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FFED82D-D203-4821-A442-30895F24F22F}" srcId="{059D3C2B-C9C9-4A3B-86D1-1980BE5B4402}" destId="{6B3A8777-7E9A-497B-BF6A-2A3101C9BB1B}" srcOrd="1" destOrd="0" parTransId="{F3A08CA4-0256-4756-BC98-8C79651CC13B}" sibTransId="{FDB0D29B-85AA-4D36-8582-CBA9CD99A82E}"/>
    <dgm:cxn modelId="{BDE4EFBC-A093-44E6-BBDA-73C64D6E2CBD}" type="presOf" srcId="{059D3C2B-C9C9-4A3B-86D1-1980BE5B4402}" destId="{C860EA5C-44F3-4051-8AAE-9354E0FCFDBC}" srcOrd="0" destOrd="0" presId="urn:microsoft.com/office/officeart/2005/8/layout/process1"/>
    <dgm:cxn modelId="{562B63CD-C3FB-4768-8764-EAA7FB5ED546}" srcId="{059D3C2B-C9C9-4A3B-86D1-1980BE5B4402}" destId="{4F93ECFC-3763-4EB3-BEE6-0BC966010371}" srcOrd="0" destOrd="0" parTransId="{56B40079-BEAF-46D9-9A6E-AB2A60896731}" sibTransId="{9895922C-B661-4965-B242-8B03B0E9E357}"/>
    <dgm:cxn modelId="{10F7A77B-2F54-4362-AD48-E905576BC8B0}" srcId="{059D3C2B-C9C9-4A3B-86D1-1980BE5B4402}" destId="{C8AD9767-84D2-4960-AC16-4D93539F0543}" srcOrd="2" destOrd="0" parTransId="{834BB4A8-3123-441C-A5BB-DF7B1EED32F4}" sibTransId="{39F8DC6A-F7DB-4509-AE61-93761087ACF2}"/>
    <dgm:cxn modelId="{01935B14-C1C8-45E8-AD08-25E27801F730}" type="presOf" srcId="{C8AD9767-84D2-4960-AC16-4D93539F0543}" destId="{C00D621B-3D6E-4657-8979-D5B6C5377296}" srcOrd="0" destOrd="0" presId="urn:microsoft.com/office/officeart/2005/8/layout/process1"/>
    <dgm:cxn modelId="{06A7E535-5ED1-47B8-AB0B-A51771F3A623}" type="presOf" srcId="{9895922C-B661-4965-B242-8B03B0E9E357}" destId="{A67E9F30-5E8A-42ED-9ACB-2B504192ECB2}" srcOrd="1" destOrd="0" presId="urn:microsoft.com/office/officeart/2005/8/layout/process1"/>
    <dgm:cxn modelId="{14621553-528D-4CCA-A79C-3EE20BE64CF3}" type="presOf" srcId="{4F93ECFC-3763-4EB3-BEE6-0BC966010371}" destId="{1FA503EE-2E1E-4C68-9BEF-E0C4A70A1E79}" srcOrd="0" destOrd="0" presId="urn:microsoft.com/office/officeart/2005/8/layout/process1"/>
    <dgm:cxn modelId="{1B1FB172-8742-467A-BBFD-0813DB97593E}" type="presOf" srcId="{FDB0D29B-85AA-4D36-8582-CBA9CD99A82E}" destId="{02A20D8B-2F8C-406F-9401-E6378BFAC223}" srcOrd="0" destOrd="0" presId="urn:microsoft.com/office/officeart/2005/8/layout/process1"/>
    <dgm:cxn modelId="{632EC846-F7B9-48D7-8664-F07D5CC01E33}" type="presOf" srcId="{6B3A8777-7E9A-497B-BF6A-2A3101C9BB1B}" destId="{484B8FD8-FA87-471B-91BF-57B77A740F6B}" srcOrd="0" destOrd="0" presId="urn:microsoft.com/office/officeart/2005/8/layout/process1"/>
    <dgm:cxn modelId="{7F5CDA84-3E88-4837-A436-0F8B73082630}" type="presOf" srcId="{FDB0D29B-85AA-4D36-8582-CBA9CD99A82E}" destId="{47F1546E-C686-4EF7-8115-4144A841133F}" srcOrd="1" destOrd="0" presId="urn:microsoft.com/office/officeart/2005/8/layout/process1"/>
    <dgm:cxn modelId="{7CB45310-42B3-4517-A415-F99F948D30C2}" type="presOf" srcId="{9895922C-B661-4965-B242-8B03B0E9E357}" destId="{ECF03F79-43D1-4DA2-BC4E-59864D9535F2}" srcOrd="0" destOrd="0" presId="urn:microsoft.com/office/officeart/2005/8/layout/process1"/>
    <dgm:cxn modelId="{DA57F1A7-D008-4860-8464-2E4ADB9459F2}" type="presParOf" srcId="{C860EA5C-44F3-4051-8AAE-9354E0FCFDBC}" destId="{1FA503EE-2E1E-4C68-9BEF-E0C4A70A1E79}" srcOrd="0" destOrd="0" presId="urn:microsoft.com/office/officeart/2005/8/layout/process1"/>
    <dgm:cxn modelId="{E473F04D-B486-4697-B62D-9186288043DD}" type="presParOf" srcId="{C860EA5C-44F3-4051-8AAE-9354E0FCFDBC}" destId="{ECF03F79-43D1-4DA2-BC4E-59864D9535F2}" srcOrd="1" destOrd="0" presId="urn:microsoft.com/office/officeart/2005/8/layout/process1"/>
    <dgm:cxn modelId="{50DB67B2-75DD-4A4F-B0ED-512E662ACCB7}" type="presParOf" srcId="{ECF03F79-43D1-4DA2-BC4E-59864D9535F2}" destId="{A67E9F30-5E8A-42ED-9ACB-2B504192ECB2}" srcOrd="0" destOrd="0" presId="urn:microsoft.com/office/officeart/2005/8/layout/process1"/>
    <dgm:cxn modelId="{13E489CE-6375-42EA-8661-288160907201}" type="presParOf" srcId="{C860EA5C-44F3-4051-8AAE-9354E0FCFDBC}" destId="{484B8FD8-FA87-471B-91BF-57B77A740F6B}" srcOrd="2" destOrd="0" presId="urn:microsoft.com/office/officeart/2005/8/layout/process1"/>
    <dgm:cxn modelId="{970ED9A5-9222-4675-BDF7-8779E43802B2}" type="presParOf" srcId="{C860EA5C-44F3-4051-8AAE-9354E0FCFDBC}" destId="{02A20D8B-2F8C-406F-9401-E6378BFAC223}" srcOrd="3" destOrd="0" presId="urn:microsoft.com/office/officeart/2005/8/layout/process1"/>
    <dgm:cxn modelId="{970C5EBB-C986-4671-9E57-622D7143C514}" type="presParOf" srcId="{02A20D8B-2F8C-406F-9401-E6378BFAC223}" destId="{47F1546E-C686-4EF7-8115-4144A841133F}" srcOrd="0" destOrd="0" presId="urn:microsoft.com/office/officeart/2005/8/layout/process1"/>
    <dgm:cxn modelId="{18AEA122-5A41-4C7E-AE93-AE180C37BB1C}" type="presParOf" srcId="{C860EA5C-44F3-4051-8AAE-9354E0FCFDBC}" destId="{C00D621B-3D6E-4657-8979-D5B6C5377296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B77190C-CDEE-4C7A-8913-1D161218C938}" type="doc">
      <dgm:prSet loTypeId="urn:microsoft.com/office/officeart/2005/8/layout/h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AD55750-C725-450B-92F5-F78875CB43AB}">
      <dgm:prSet phldrT="[Text]"/>
      <dgm:spPr/>
      <dgm:t>
        <a:bodyPr/>
        <a:lstStyle/>
        <a:p>
          <a:r>
            <a:rPr lang="en-US" dirty="0" smtClean="0"/>
            <a:t>Sequence Table</a:t>
          </a:r>
          <a:endParaRPr lang="en-US" dirty="0"/>
        </a:p>
      </dgm:t>
    </dgm:pt>
    <dgm:pt modelId="{248338FD-0F39-411F-B8D0-34AC85142184}" type="parTrans" cxnId="{D5EA74D3-4713-4B25-94B1-D337D7278D13}">
      <dgm:prSet/>
      <dgm:spPr/>
      <dgm:t>
        <a:bodyPr/>
        <a:lstStyle/>
        <a:p>
          <a:endParaRPr lang="en-US"/>
        </a:p>
      </dgm:t>
    </dgm:pt>
    <dgm:pt modelId="{39DCC350-00B8-4152-B0E5-D49218104E90}" type="sibTrans" cxnId="{D5EA74D3-4713-4B25-94B1-D337D7278D13}">
      <dgm:prSet/>
      <dgm:spPr/>
      <dgm:t>
        <a:bodyPr/>
        <a:lstStyle/>
        <a:p>
          <a:endParaRPr lang="en-US"/>
        </a:p>
      </dgm:t>
    </dgm:pt>
    <dgm:pt modelId="{5BC2AC18-6DF4-48A2-99D8-5DF3B54D4740}">
      <dgm:prSet phldrT="[Text]"/>
      <dgm:spPr/>
      <dgm:t>
        <a:bodyPr/>
        <a:lstStyle/>
        <a:p>
          <a:r>
            <a:rPr lang="en-US" dirty="0" smtClean="0"/>
            <a:t>Id</a:t>
          </a:r>
          <a:endParaRPr lang="en-US" dirty="0"/>
        </a:p>
      </dgm:t>
    </dgm:pt>
    <dgm:pt modelId="{A551714B-15A6-44A7-90F7-B65180D2AAF3}" type="parTrans" cxnId="{B026BD40-4922-4F81-9B88-9602AB6F14EC}">
      <dgm:prSet/>
      <dgm:spPr/>
      <dgm:t>
        <a:bodyPr/>
        <a:lstStyle/>
        <a:p>
          <a:endParaRPr lang="en-US"/>
        </a:p>
      </dgm:t>
    </dgm:pt>
    <dgm:pt modelId="{56C50DF9-4AE3-4F6F-80BD-E1B59D5EEB0A}" type="sibTrans" cxnId="{B026BD40-4922-4F81-9B88-9602AB6F14EC}">
      <dgm:prSet/>
      <dgm:spPr/>
      <dgm:t>
        <a:bodyPr/>
        <a:lstStyle/>
        <a:p>
          <a:endParaRPr lang="en-US"/>
        </a:p>
      </dgm:t>
    </dgm:pt>
    <dgm:pt modelId="{B940487D-B6E9-4DFA-8D40-4FB745D2F5F4}">
      <dgm:prSet phldrT="[Text]"/>
      <dgm:spPr/>
      <dgm:t>
        <a:bodyPr/>
        <a:lstStyle/>
        <a:p>
          <a:r>
            <a:rPr lang="en-US" dirty="0" err="1" smtClean="0"/>
            <a:t>uniqueNumber</a:t>
          </a:r>
          <a:endParaRPr lang="en-US" dirty="0"/>
        </a:p>
      </dgm:t>
    </dgm:pt>
    <dgm:pt modelId="{5AFB9E0A-9450-4AE6-99A3-39FFDFB15CBE}" type="parTrans" cxnId="{0873AE15-071A-4E94-B27D-16680130490F}">
      <dgm:prSet/>
      <dgm:spPr/>
      <dgm:t>
        <a:bodyPr/>
        <a:lstStyle/>
        <a:p>
          <a:endParaRPr lang="en-US"/>
        </a:p>
      </dgm:t>
    </dgm:pt>
    <dgm:pt modelId="{ACDBE84A-F509-46C6-A4F7-E0FE9D0B847A}" type="sibTrans" cxnId="{0873AE15-071A-4E94-B27D-16680130490F}">
      <dgm:prSet/>
      <dgm:spPr/>
      <dgm:t>
        <a:bodyPr/>
        <a:lstStyle/>
        <a:p>
          <a:endParaRPr lang="en-US"/>
        </a:p>
      </dgm:t>
    </dgm:pt>
    <dgm:pt modelId="{631748B5-F33A-44F5-B941-E54D4915C628}">
      <dgm:prSet phldrT="[Text]"/>
      <dgm:spPr/>
      <dgm:t>
        <a:bodyPr/>
        <a:lstStyle/>
        <a:p>
          <a:r>
            <a:rPr lang="en-US" dirty="0" smtClean="0"/>
            <a:t>Block Table</a:t>
          </a:r>
          <a:endParaRPr lang="en-US" dirty="0"/>
        </a:p>
      </dgm:t>
    </dgm:pt>
    <dgm:pt modelId="{A917C26E-9D63-4D8E-A7BB-F56731418195}" type="parTrans" cxnId="{5D31F212-C2F5-4AA2-9C1E-0F1A429F1FE8}">
      <dgm:prSet/>
      <dgm:spPr/>
      <dgm:t>
        <a:bodyPr/>
        <a:lstStyle/>
        <a:p>
          <a:endParaRPr lang="en-US"/>
        </a:p>
      </dgm:t>
    </dgm:pt>
    <dgm:pt modelId="{CECCDBF5-CE06-4471-A4C0-A44FCF7669EC}" type="sibTrans" cxnId="{5D31F212-C2F5-4AA2-9C1E-0F1A429F1FE8}">
      <dgm:prSet/>
      <dgm:spPr/>
      <dgm:t>
        <a:bodyPr/>
        <a:lstStyle/>
        <a:p>
          <a:endParaRPr lang="en-US"/>
        </a:p>
      </dgm:t>
    </dgm:pt>
    <dgm:pt modelId="{0983D748-FE30-4224-BC2E-998C3EF1E311}">
      <dgm:prSet phldrT="[Text]"/>
      <dgm:spPr/>
      <dgm:t>
        <a:bodyPr/>
        <a:lstStyle/>
        <a:p>
          <a:r>
            <a:rPr lang="en-US" dirty="0" smtClean="0"/>
            <a:t>Id</a:t>
          </a:r>
          <a:endParaRPr lang="en-US" dirty="0"/>
        </a:p>
      </dgm:t>
    </dgm:pt>
    <dgm:pt modelId="{57D4ACED-E68A-429F-B209-0743BAC26755}" type="parTrans" cxnId="{45B00F49-899F-4FC8-9C85-DB6157E7C089}">
      <dgm:prSet/>
      <dgm:spPr/>
      <dgm:t>
        <a:bodyPr/>
        <a:lstStyle/>
        <a:p>
          <a:endParaRPr lang="en-US"/>
        </a:p>
      </dgm:t>
    </dgm:pt>
    <dgm:pt modelId="{8DB03F3F-0A96-48EE-BB6B-E6FD558B407B}" type="sibTrans" cxnId="{45B00F49-899F-4FC8-9C85-DB6157E7C089}">
      <dgm:prSet/>
      <dgm:spPr/>
      <dgm:t>
        <a:bodyPr/>
        <a:lstStyle/>
        <a:p>
          <a:endParaRPr lang="en-US"/>
        </a:p>
      </dgm:t>
    </dgm:pt>
    <dgm:pt modelId="{322A07A1-A2DB-4256-9E8D-26CADD6E828D}">
      <dgm:prSet phldrT="[Text]"/>
      <dgm:spPr/>
      <dgm:t>
        <a:bodyPr/>
        <a:lstStyle/>
        <a:p>
          <a:r>
            <a:rPr lang="en-US" dirty="0" smtClean="0"/>
            <a:t>Fragment_1</a:t>
          </a:r>
          <a:endParaRPr lang="en-US" dirty="0"/>
        </a:p>
      </dgm:t>
    </dgm:pt>
    <dgm:pt modelId="{11054DA1-6ABD-4B2D-8B50-0704E3E7CF62}" type="parTrans" cxnId="{204F6A34-22CE-4A10-A564-7FA1C8E8EE4C}">
      <dgm:prSet/>
      <dgm:spPr/>
      <dgm:t>
        <a:bodyPr/>
        <a:lstStyle/>
        <a:p>
          <a:endParaRPr lang="en-US"/>
        </a:p>
      </dgm:t>
    </dgm:pt>
    <dgm:pt modelId="{32877513-8F0B-47FD-B7A7-21066D8C33CD}" type="sibTrans" cxnId="{204F6A34-22CE-4A10-A564-7FA1C8E8EE4C}">
      <dgm:prSet/>
      <dgm:spPr/>
      <dgm:t>
        <a:bodyPr/>
        <a:lstStyle/>
        <a:p>
          <a:endParaRPr lang="en-US"/>
        </a:p>
      </dgm:t>
    </dgm:pt>
    <dgm:pt modelId="{8D611A52-12C1-45C3-A30E-BBE88AF24AB3}">
      <dgm:prSet phldrT="[Text]"/>
      <dgm:spPr/>
      <dgm:t>
        <a:bodyPr/>
        <a:lstStyle/>
        <a:p>
          <a:r>
            <a:rPr lang="en-US" dirty="0" smtClean="0"/>
            <a:t>Precursor Info Table</a:t>
          </a:r>
          <a:endParaRPr lang="en-US" dirty="0"/>
        </a:p>
      </dgm:t>
    </dgm:pt>
    <dgm:pt modelId="{99DF0A72-9320-4E69-A86C-87EB5A2291D1}" type="parTrans" cxnId="{1A41B254-1460-47A9-848C-A64A96002CD1}">
      <dgm:prSet/>
      <dgm:spPr/>
      <dgm:t>
        <a:bodyPr/>
        <a:lstStyle/>
        <a:p>
          <a:endParaRPr lang="en-US"/>
        </a:p>
      </dgm:t>
    </dgm:pt>
    <dgm:pt modelId="{16CDBB1A-D8D5-4708-8583-5C9B5B3517F5}" type="sibTrans" cxnId="{1A41B254-1460-47A9-848C-A64A96002CD1}">
      <dgm:prSet/>
      <dgm:spPr/>
      <dgm:t>
        <a:bodyPr/>
        <a:lstStyle/>
        <a:p>
          <a:endParaRPr lang="en-US"/>
        </a:p>
      </dgm:t>
    </dgm:pt>
    <dgm:pt modelId="{175DEC02-7A17-488A-AC65-616D204533DF}">
      <dgm:prSet phldrT="[Text]"/>
      <dgm:spPr/>
      <dgm:t>
        <a:bodyPr/>
        <a:lstStyle/>
        <a:p>
          <a:r>
            <a:rPr lang="en-US" dirty="0" smtClean="0"/>
            <a:t>Block Id</a:t>
          </a:r>
          <a:endParaRPr lang="en-US" dirty="0"/>
        </a:p>
      </dgm:t>
    </dgm:pt>
    <dgm:pt modelId="{26D4DAAA-866E-43E8-B2A8-B4FF9B704CBA}" type="parTrans" cxnId="{B3C8EC19-126A-4824-9EBB-B7A46B5A5F5C}">
      <dgm:prSet/>
      <dgm:spPr/>
      <dgm:t>
        <a:bodyPr/>
        <a:lstStyle/>
        <a:p>
          <a:endParaRPr lang="en-US"/>
        </a:p>
      </dgm:t>
    </dgm:pt>
    <dgm:pt modelId="{97CA8AE1-E2CF-453E-857D-FB104A15DA8E}" type="sibTrans" cxnId="{B3C8EC19-126A-4824-9EBB-B7A46B5A5F5C}">
      <dgm:prSet/>
      <dgm:spPr/>
      <dgm:t>
        <a:bodyPr/>
        <a:lstStyle/>
        <a:p>
          <a:endParaRPr lang="en-US"/>
        </a:p>
      </dgm:t>
    </dgm:pt>
    <dgm:pt modelId="{D6FE69C2-4F6C-49BA-9089-D27E0B5C84A5}">
      <dgm:prSet phldrT="[Text]"/>
      <dgm:spPr/>
      <dgm:t>
        <a:bodyPr/>
        <a:lstStyle/>
        <a:p>
          <a:r>
            <a:rPr lang="en-US" dirty="0" smtClean="0"/>
            <a:t>Data Points Table</a:t>
          </a:r>
          <a:endParaRPr lang="en-US" dirty="0"/>
        </a:p>
      </dgm:t>
    </dgm:pt>
    <dgm:pt modelId="{C622910C-9800-46DA-88AC-D515F477ABA0}" type="parTrans" cxnId="{57805414-5658-48FB-93D3-73E062ACAB15}">
      <dgm:prSet/>
      <dgm:spPr/>
      <dgm:t>
        <a:bodyPr/>
        <a:lstStyle/>
        <a:p>
          <a:endParaRPr lang="en-US"/>
        </a:p>
      </dgm:t>
    </dgm:pt>
    <dgm:pt modelId="{D7E6698B-7A82-4ED9-8683-0FB2318D9E3C}" type="sibTrans" cxnId="{57805414-5658-48FB-93D3-73E062ACAB15}">
      <dgm:prSet/>
      <dgm:spPr/>
      <dgm:t>
        <a:bodyPr/>
        <a:lstStyle/>
        <a:p>
          <a:endParaRPr lang="en-US"/>
        </a:p>
      </dgm:t>
    </dgm:pt>
    <dgm:pt modelId="{B0E7A356-AB30-40D0-8955-F0A4F64C79A1}">
      <dgm:prSet phldrT="[Text]"/>
      <dgm:spPr/>
      <dgm:t>
        <a:bodyPr/>
        <a:lstStyle/>
        <a:p>
          <a:r>
            <a:rPr lang="en-US" dirty="0" smtClean="0"/>
            <a:t>Id</a:t>
          </a:r>
          <a:endParaRPr lang="en-US" dirty="0"/>
        </a:p>
      </dgm:t>
    </dgm:pt>
    <dgm:pt modelId="{30B27F3F-1A9B-4E92-987C-F347C340BDA4}" type="parTrans" cxnId="{7FB4394E-6CA1-40ED-BF4F-A88C82506545}">
      <dgm:prSet/>
      <dgm:spPr/>
      <dgm:t>
        <a:bodyPr/>
        <a:lstStyle/>
        <a:p>
          <a:endParaRPr lang="en-US"/>
        </a:p>
      </dgm:t>
    </dgm:pt>
    <dgm:pt modelId="{D9F013E1-D2BA-4C2A-86E0-94F12B6B94D9}" type="sibTrans" cxnId="{7FB4394E-6CA1-40ED-BF4F-A88C82506545}">
      <dgm:prSet/>
      <dgm:spPr/>
      <dgm:t>
        <a:bodyPr/>
        <a:lstStyle/>
        <a:p>
          <a:endParaRPr lang="en-US"/>
        </a:p>
      </dgm:t>
    </dgm:pt>
    <dgm:pt modelId="{8851E0B8-26FC-480C-9429-FAD328BEB1F0}">
      <dgm:prSet phldrT="[Text]"/>
      <dgm:spPr/>
      <dgm:t>
        <a:bodyPr/>
        <a:lstStyle/>
        <a:p>
          <a:r>
            <a:rPr lang="en-US" dirty="0" smtClean="0"/>
            <a:t>Sequence</a:t>
          </a:r>
          <a:endParaRPr lang="en-US" dirty="0"/>
        </a:p>
      </dgm:t>
    </dgm:pt>
    <dgm:pt modelId="{77A5CC18-D990-4D33-B4B1-79A63F9E0FD9}" type="parTrans" cxnId="{AA7D8F63-DA67-4D56-8457-C1CEBC7A053A}">
      <dgm:prSet/>
      <dgm:spPr/>
      <dgm:t>
        <a:bodyPr/>
        <a:lstStyle/>
        <a:p>
          <a:endParaRPr lang="en-US"/>
        </a:p>
      </dgm:t>
    </dgm:pt>
    <dgm:pt modelId="{E2FD6B84-ABCB-4635-9894-7DB3AE121406}" type="sibTrans" cxnId="{AA7D8F63-DA67-4D56-8457-C1CEBC7A053A}">
      <dgm:prSet/>
      <dgm:spPr/>
      <dgm:t>
        <a:bodyPr/>
        <a:lstStyle/>
        <a:p>
          <a:endParaRPr lang="en-US"/>
        </a:p>
      </dgm:t>
    </dgm:pt>
    <dgm:pt modelId="{0FB41CF5-A60D-4C61-B2C6-8F7D4D485450}">
      <dgm:prSet phldrT="[Text]"/>
      <dgm:spPr/>
      <dgm:t>
        <a:bodyPr/>
        <a:lstStyle/>
        <a:p>
          <a:r>
            <a:rPr lang="en-US" dirty="0" smtClean="0"/>
            <a:t>Type</a:t>
          </a:r>
          <a:endParaRPr lang="en-US" dirty="0"/>
        </a:p>
      </dgm:t>
    </dgm:pt>
    <dgm:pt modelId="{7ABE8452-9934-4E66-AA45-0D69090001F9}" type="parTrans" cxnId="{701A6E8F-048C-4DAA-BD72-EFFF902CE880}">
      <dgm:prSet/>
      <dgm:spPr/>
      <dgm:t>
        <a:bodyPr/>
        <a:lstStyle/>
        <a:p>
          <a:endParaRPr lang="en-US"/>
        </a:p>
      </dgm:t>
    </dgm:pt>
    <dgm:pt modelId="{EF0338D7-4DE2-4CF5-ABFC-5FF76CB73CF5}" type="sibTrans" cxnId="{701A6E8F-048C-4DAA-BD72-EFFF902CE880}">
      <dgm:prSet/>
      <dgm:spPr/>
      <dgm:t>
        <a:bodyPr/>
        <a:lstStyle/>
        <a:p>
          <a:endParaRPr lang="en-US"/>
        </a:p>
      </dgm:t>
    </dgm:pt>
    <dgm:pt modelId="{B20832A3-F8BD-4E6F-BD54-D2488C531FB6}">
      <dgm:prSet phldrT="[Text]"/>
      <dgm:spPr/>
      <dgm:t>
        <a:bodyPr/>
        <a:lstStyle/>
        <a:p>
          <a:r>
            <a:rPr lang="en-US" dirty="0" smtClean="0"/>
            <a:t>Fragment_2</a:t>
          </a:r>
          <a:endParaRPr lang="en-US" dirty="0"/>
        </a:p>
      </dgm:t>
    </dgm:pt>
    <dgm:pt modelId="{B6281933-3F82-46DE-96FB-1378407F8C83}" type="parTrans" cxnId="{26F431F2-3DF8-492B-8593-64E1AB0E60DA}">
      <dgm:prSet/>
      <dgm:spPr/>
      <dgm:t>
        <a:bodyPr/>
        <a:lstStyle/>
        <a:p>
          <a:endParaRPr lang="en-US"/>
        </a:p>
      </dgm:t>
    </dgm:pt>
    <dgm:pt modelId="{62C7BC6F-F24A-4097-9879-3388334234C6}" type="sibTrans" cxnId="{26F431F2-3DF8-492B-8593-64E1AB0E60DA}">
      <dgm:prSet/>
      <dgm:spPr/>
      <dgm:t>
        <a:bodyPr/>
        <a:lstStyle/>
        <a:p>
          <a:endParaRPr lang="en-US"/>
        </a:p>
      </dgm:t>
    </dgm:pt>
    <dgm:pt modelId="{B4902235-B040-40E8-A6B0-AB7AD9FE7B4B}">
      <dgm:prSet phldrT="[Text]"/>
      <dgm:spPr/>
      <dgm:t>
        <a:bodyPr/>
        <a:lstStyle/>
        <a:p>
          <a:r>
            <a:rPr lang="en-US" dirty="0" smtClean="0"/>
            <a:t>Score</a:t>
          </a:r>
          <a:endParaRPr lang="en-US" dirty="0"/>
        </a:p>
      </dgm:t>
    </dgm:pt>
    <dgm:pt modelId="{065AA68D-BAD4-4EE9-BF03-DD3585A35FF2}" type="parTrans" cxnId="{482D0946-2B36-4FB0-AC72-AD0534FC7227}">
      <dgm:prSet/>
      <dgm:spPr/>
      <dgm:t>
        <a:bodyPr/>
        <a:lstStyle/>
        <a:p>
          <a:endParaRPr lang="en-US"/>
        </a:p>
      </dgm:t>
    </dgm:pt>
    <dgm:pt modelId="{A82BF7AA-1EE1-4CD4-9BB2-0EB92B73C941}" type="sibTrans" cxnId="{482D0946-2B36-4FB0-AC72-AD0534FC7227}">
      <dgm:prSet/>
      <dgm:spPr/>
      <dgm:t>
        <a:bodyPr/>
        <a:lstStyle/>
        <a:p>
          <a:endParaRPr lang="en-US"/>
        </a:p>
      </dgm:t>
    </dgm:pt>
    <dgm:pt modelId="{FF369848-9BB7-4AD2-B3D7-667BD475D90C}">
      <dgm:prSet phldrT="[Text]"/>
      <dgm:spPr/>
      <dgm:t>
        <a:bodyPr/>
        <a:lstStyle/>
        <a:p>
          <a:r>
            <a:rPr lang="en-US" dirty="0" smtClean="0"/>
            <a:t>Fragment_1</a:t>
          </a:r>
          <a:endParaRPr lang="en-US" dirty="0"/>
        </a:p>
      </dgm:t>
    </dgm:pt>
    <dgm:pt modelId="{0FAC4678-93DF-4328-A912-957789080953}" type="parTrans" cxnId="{308ED290-3ED4-4983-B6D0-7B5AA67E37EC}">
      <dgm:prSet/>
      <dgm:spPr/>
      <dgm:t>
        <a:bodyPr/>
        <a:lstStyle/>
        <a:p>
          <a:endParaRPr lang="en-US"/>
        </a:p>
      </dgm:t>
    </dgm:pt>
    <dgm:pt modelId="{18990AAC-D484-4E30-9A61-B31A9465AC37}" type="sibTrans" cxnId="{308ED290-3ED4-4983-B6D0-7B5AA67E37EC}">
      <dgm:prSet/>
      <dgm:spPr/>
      <dgm:t>
        <a:bodyPr/>
        <a:lstStyle/>
        <a:p>
          <a:endParaRPr lang="en-US"/>
        </a:p>
      </dgm:t>
    </dgm:pt>
    <dgm:pt modelId="{4FE07C6E-0B33-442A-88B3-B2FA94692470}">
      <dgm:prSet phldrT="[Text]"/>
      <dgm:spPr/>
      <dgm:t>
        <a:bodyPr/>
        <a:lstStyle/>
        <a:p>
          <a:r>
            <a:rPr lang="en-US" dirty="0" smtClean="0"/>
            <a:t>Fragment_2</a:t>
          </a:r>
          <a:endParaRPr lang="en-US" dirty="0"/>
        </a:p>
      </dgm:t>
    </dgm:pt>
    <dgm:pt modelId="{43299108-5AB6-4886-A8B8-15B379DC4ADE}" type="parTrans" cxnId="{FD989F11-C926-4A11-9E4A-EACBBEE04E0A}">
      <dgm:prSet/>
      <dgm:spPr/>
      <dgm:t>
        <a:bodyPr/>
        <a:lstStyle/>
        <a:p>
          <a:endParaRPr lang="en-US"/>
        </a:p>
      </dgm:t>
    </dgm:pt>
    <dgm:pt modelId="{B3BF5787-86EB-4DF8-A8C7-C0777EEA9C2E}" type="sibTrans" cxnId="{FD989F11-C926-4A11-9E4A-EACBBEE04E0A}">
      <dgm:prSet/>
      <dgm:spPr/>
      <dgm:t>
        <a:bodyPr/>
        <a:lstStyle/>
        <a:p>
          <a:endParaRPr lang="en-US"/>
        </a:p>
      </dgm:t>
    </dgm:pt>
    <dgm:pt modelId="{6F00E3E7-6FED-4792-9423-ABB2C3F2213B}">
      <dgm:prSet phldrT="[Text]"/>
      <dgm:spPr/>
      <dgm:t>
        <a:bodyPr/>
        <a:lstStyle/>
        <a:p>
          <a:r>
            <a:rPr lang="en-US" dirty="0" smtClean="0"/>
            <a:t>Score</a:t>
          </a:r>
          <a:endParaRPr lang="en-US" dirty="0"/>
        </a:p>
      </dgm:t>
    </dgm:pt>
    <dgm:pt modelId="{D0135D2D-B548-4AA1-B605-8FC78F214AEA}" type="parTrans" cxnId="{CBBF4914-97C9-4CDF-A999-70E96CDD72CD}">
      <dgm:prSet/>
      <dgm:spPr/>
      <dgm:t>
        <a:bodyPr/>
        <a:lstStyle/>
        <a:p>
          <a:endParaRPr lang="en-US"/>
        </a:p>
      </dgm:t>
    </dgm:pt>
    <dgm:pt modelId="{ABA619C5-314B-454C-BF2F-FA445FDF481A}" type="sibTrans" cxnId="{CBBF4914-97C9-4CDF-A999-70E96CDD72CD}">
      <dgm:prSet/>
      <dgm:spPr/>
      <dgm:t>
        <a:bodyPr/>
        <a:lstStyle/>
        <a:p>
          <a:endParaRPr lang="en-US"/>
        </a:p>
      </dgm:t>
    </dgm:pt>
    <dgm:pt modelId="{D16D992F-7496-4CD7-B077-B1CDF359C2EB}">
      <dgm:prSet phldrT="[Text]"/>
      <dgm:spPr/>
      <dgm:t>
        <a:bodyPr/>
        <a:lstStyle/>
        <a:p>
          <a:r>
            <a:rPr lang="en-US" dirty="0" err="1" smtClean="0"/>
            <a:t>BlockId</a:t>
          </a:r>
          <a:endParaRPr lang="en-US" dirty="0"/>
        </a:p>
      </dgm:t>
    </dgm:pt>
    <dgm:pt modelId="{36114F01-D3E4-4A29-A9CD-BA8E390E1441}" type="parTrans" cxnId="{35C24FEE-D6F3-4EF5-A58F-EFAF02DA1D6B}">
      <dgm:prSet/>
      <dgm:spPr/>
      <dgm:t>
        <a:bodyPr/>
        <a:lstStyle/>
        <a:p>
          <a:endParaRPr lang="en-US"/>
        </a:p>
      </dgm:t>
    </dgm:pt>
    <dgm:pt modelId="{29432B05-B984-4033-97D1-E7B7DECC6966}" type="sibTrans" cxnId="{35C24FEE-D6F3-4EF5-A58F-EFAF02DA1D6B}">
      <dgm:prSet/>
      <dgm:spPr/>
      <dgm:t>
        <a:bodyPr/>
        <a:lstStyle/>
        <a:p>
          <a:endParaRPr lang="en-US"/>
        </a:p>
      </dgm:t>
    </dgm:pt>
    <dgm:pt modelId="{0881EDE3-1573-4530-B4F5-825F6A720A84}">
      <dgm:prSet phldrT="[Text]"/>
      <dgm:spPr/>
      <dgm:t>
        <a:bodyPr/>
        <a:lstStyle/>
        <a:p>
          <a:r>
            <a:rPr lang="en-US" dirty="0" smtClean="0"/>
            <a:t>Sequence_1</a:t>
          </a:r>
          <a:endParaRPr lang="en-US" dirty="0"/>
        </a:p>
      </dgm:t>
    </dgm:pt>
    <dgm:pt modelId="{533FC681-1C2E-4C0A-AB36-3834537811B4}" type="parTrans" cxnId="{729226E1-E40B-463B-A56E-73A02AB8C2D1}">
      <dgm:prSet/>
      <dgm:spPr/>
      <dgm:t>
        <a:bodyPr/>
        <a:lstStyle/>
        <a:p>
          <a:endParaRPr lang="en-US"/>
        </a:p>
      </dgm:t>
    </dgm:pt>
    <dgm:pt modelId="{3C23EBC2-0754-4867-8DBA-3AB9ED548A53}" type="sibTrans" cxnId="{729226E1-E40B-463B-A56E-73A02AB8C2D1}">
      <dgm:prSet/>
      <dgm:spPr/>
      <dgm:t>
        <a:bodyPr/>
        <a:lstStyle/>
        <a:p>
          <a:endParaRPr lang="en-US"/>
        </a:p>
      </dgm:t>
    </dgm:pt>
    <dgm:pt modelId="{705353D9-40AD-4B2A-A956-C9554CB801CA}">
      <dgm:prSet phldrT="[Text]"/>
      <dgm:spPr/>
      <dgm:t>
        <a:bodyPr/>
        <a:lstStyle/>
        <a:p>
          <a:r>
            <a:rPr lang="en-US" dirty="0" smtClean="0"/>
            <a:t>Sequence_2</a:t>
          </a:r>
          <a:endParaRPr lang="en-US" dirty="0"/>
        </a:p>
      </dgm:t>
    </dgm:pt>
    <dgm:pt modelId="{46C793D0-57B5-4CB7-9993-1B7F558C3B32}" type="parTrans" cxnId="{7DEBC0C7-682D-444E-B789-2725B67EE17E}">
      <dgm:prSet/>
      <dgm:spPr/>
      <dgm:t>
        <a:bodyPr/>
        <a:lstStyle/>
        <a:p>
          <a:endParaRPr lang="en-US"/>
        </a:p>
      </dgm:t>
    </dgm:pt>
    <dgm:pt modelId="{D59B488B-3FC7-4607-AAAC-EA149919D6B6}" type="sibTrans" cxnId="{7DEBC0C7-682D-444E-B789-2725B67EE17E}">
      <dgm:prSet/>
      <dgm:spPr/>
      <dgm:t>
        <a:bodyPr/>
        <a:lstStyle/>
        <a:p>
          <a:endParaRPr lang="en-US"/>
        </a:p>
      </dgm:t>
    </dgm:pt>
    <dgm:pt modelId="{98D53709-4F22-42F3-B46C-E81A58EDBE3D}">
      <dgm:prSet phldrT="[Text]"/>
      <dgm:spPr/>
      <dgm:t>
        <a:bodyPr/>
        <a:lstStyle/>
        <a:p>
          <a:r>
            <a:rPr lang="en-US" dirty="0" smtClean="0"/>
            <a:t>Value</a:t>
          </a:r>
          <a:endParaRPr lang="en-US" dirty="0"/>
        </a:p>
      </dgm:t>
    </dgm:pt>
    <dgm:pt modelId="{8177EA02-C5DE-4458-A0BF-F7143CEFAE3E}" type="parTrans" cxnId="{1C656C7B-02FF-415B-8D4A-3EA8B459010E}">
      <dgm:prSet/>
      <dgm:spPr/>
      <dgm:t>
        <a:bodyPr/>
        <a:lstStyle/>
        <a:p>
          <a:endParaRPr lang="en-US"/>
        </a:p>
      </dgm:t>
    </dgm:pt>
    <dgm:pt modelId="{4299E31D-56FB-4DE8-B3A5-22B39CF81979}" type="sibTrans" cxnId="{1C656C7B-02FF-415B-8D4A-3EA8B459010E}">
      <dgm:prSet/>
      <dgm:spPr/>
      <dgm:t>
        <a:bodyPr/>
        <a:lstStyle/>
        <a:p>
          <a:endParaRPr lang="en-US"/>
        </a:p>
      </dgm:t>
    </dgm:pt>
    <dgm:pt modelId="{F66EB77C-DF73-45D6-870C-3202FE7B2E68}" type="pres">
      <dgm:prSet presAssocID="{AB77190C-CDEE-4C7A-8913-1D161218C938}" presName="Name0" presStyleCnt="0">
        <dgm:presLayoutVars>
          <dgm:dir/>
          <dgm:animLvl val="lvl"/>
          <dgm:resizeHandles val="exact"/>
        </dgm:presLayoutVars>
      </dgm:prSet>
      <dgm:spPr/>
    </dgm:pt>
    <dgm:pt modelId="{7627C1A7-8687-4A65-85BB-D4CBC9E40C01}" type="pres">
      <dgm:prSet presAssocID="{7AD55750-C725-450B-92F5-F78875CB43AB}" presName="composite" presStyleCnt="0"/>
      <dgm:spPr/>
    </dgm:pt>
    <dgm:pt modelId="{F7566990-6502-421D-99A1-727F1F931DF0}" type="pres">
      <dgm:prSet presAssocID="{7AD55750-C725-450B-92F5-F78875CB43AB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5B72EED-2B3B-4F26-A2EC-85762DDD007F}" type="pres">
      <dgm:prSet presAssocID="{7AD55750-C725-450B-92F5-F78875CB43AB}" presName="desTx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96DE99-526A-43E7-B993-E6B2E3FB0F8D}" type="pres">
      <dgm:prSet presAssocID="{39DCC350-00B8-4152-B0E5-D49218104E90}" presName="space" presStyleCnt="0"/>
      <dgm:spPr/>
    </dgm:pt>
    <dgm:pt modelId="{55F54D91-509E-4FE0-8513-4A678D9A6378}" type="pres">
      <dgm:prSet presAssocID="{631748B5-F33A-44F5-B941-E54D4915C628}" presName="composite" presStyleCnt="0"/>
      <dgm:spPr/>
    </dgm:pt>
    <dgm:pt modelId="{7649379B-293E-41DE-AEC6-F0FC517C5E61}" type="pres">
      <dgm:prSet presAssocID="{631748B5-F33A-44F5-B941-E54D4915C628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F13184-872C-403D-8180-2EE18B891FF4}" type="pres">
      <dgm:prSet presAssocID="{631748B5-F33A-44F5-B941-E54D4915C628}" presName="desTx" presStyleLbl="alignAccFollowNode1" presStyleIdx="1" presStyleCnt="4">
        <dgm:presLayoutVars>
          <dgm:bulletEnabled val="1"/>
        </dgm:presLayoutVars>
      </dgm:prSet>
      <dgm:spPr/>
    </dgm:pt>
    <dgm:pt modelId="{A586A274-2F2A-4442-8D77-9C001FB180E8}" type="pres">
      <dgm:prSet presAssocID="{CECCDBF5-CE06-4471-A4C0-A44FCF7669EC}" presName="space" presStyleCnt="0"/>
      <dgm:spPr/>
    </dgm:pt>
    <dgm:pt modelId="{A056D78E-4340-45E9-B5AA-9E1FEBDA0DBD}" type="pres">
      <dgm:prSet presAssocID="{8D611A52-12C1-45C3-A30E-BBE88AF24AB3}" presName="composite" presStyleCnt="0"/>
      <dgm:spPr/>
    </dgm:pt>
    <dgm:pt modelId="{FFB5EF0A-3B57-42C3-84E2-9080277C6504}" type="pres">
      <dgm:prSet presAssocID="{8D611A52-12C1-45C3-A30E-BBE88AF24AB3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0E2DDC7-BAEC-4B55-B2B9-98474BBB9DB7}" type="pres">
      <dgm:prSet presAssocID="{8D611A52-12C1-45C3-A30E-BBE88AF24AB3}" presName="desTx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F80E85-A40E-4E23-AD36-35A2EA13DC03}" type="pres">
      <dgm:prSet presAssocID="{16CDBB1A-D8D5-4708-8583-5C9B5B3517F5}" presName="space" presStyleCnt="0"/>
      <dgm:spPr/>
    </dgm:pt>
    <dgm:pt modelId="{59E0E26F-4BDA-4565-A513-A085640F56B6}" type="pres">
      <dgm:prSet presAssocID="{D6FE69C2-4F6C-49BA-9089-D27E0B5C84A5}" presName="composite" presStyleCnt="0"/>
      <dgm:spPr/>
    </dgm:pt>
    <dgm:pt modelId="{2172757C-0738-45BC-99C8-EE29207DA9A3}" type="pres">
      <dgm:prSet presAssocID="{D6FE69C2-4F6C-49BA-9089-D27E0B5C84A5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1D37B8B0-3E18-4560-A821-76E437F4E03E}" type="pres">
      <dgm:prSet presAssocID="{D6FE69C2-4F6C-49BA-9089-D27E0B5C84A5}" presName="desTx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B2F6611-954A-4B2F-86F3-4B6217465F0A}" type="presOf" srcId="{B0E7A356-AB30-40D0-8955-F0A4F64C79A1}" destId="{1D37B8B0-3E18-4560-A821-76E437F4E03E}" srcOrd="0" destOrd="0" presId="urn:microsoft.com/office/officeart/2005/8/layout/hList1"/>
    <dgm:cxn modelId="{8C4D11DE-9EE7-4ACC-BED1-E34E662D0C11}" type="presOf" srcId="{7AD55750-C725-450B-92F5-F78875CB43AB}" destId="{F7566990-6502-421D-99A1-727F1F931DF0}" srcOrd="0" destOrd="0" presId="urn:microsoft.com/office/officeart/2005/8/layout/hList1"/>
    <dgm:cxn modelId="{6ACA09F6-9FCA-4DB3-8383-00F4FE4CEEEF}" type="presOf" srcId="{5BC2AC18-6DF4-48A2-99D8-5DF3B54D4740}" destId="{45B72EED-2B3B-4F26-A2EC-85762DDD007F}" srcOrd="0" destOrd="0" presId="urn:microsoft.com/office/officeart/2005/8/layout/hList1"/>
    <dgm:cxn modelId="{0873AE15-071A-4E94-B27D-16680130490F}" srcId="{7AD55750-C725-450B-92F5-F78875CB43AB}" destId="{B940487D-B6E9-4DFA-8D40-4FB745D2F5F4}" srcOrd="1" destOrd="0" parTransId="{5AFB9E0A-9450-4AE6-99A3-39FFDFB15CBE}" sibTransId="{ACDBE84A-F509-46C6-A4F7-E0FE9D0B847A}"/>
    <dgm:cxn modelId="{D5EA74D3-4713-4B25-94B1-D337D7278D13}" srcId="{AB77190C-CDEE-4C7A-8913-1D161218C938}" destId="{7AD55750-C725-450B-92F5-F78875CB43AB}" srcOrd="0" destOrd="0" parTransId="{248338FD-0F39-411F-B8D0-34AC85142184}" sibTransId="{39DCC350-00B8-4152-B0E5-D49218104E90}"/>
    <dgm:cxn modelId="{7DEBC0C7-682D-444E-B789-2725B67EE17E}" srcId="{D6FE69C2-4F6C-49BA-9089-D27E0B5C84A5}" destId="{705353D9-40AD-4B2A-A956-C9554CB801CA}" srcOrd="3" destOrd="0" parTransId="{46C793D0-57B5-4CB7-9993-1B7F558C3B32}" sibTransId="{D59B488B-3FC7-4607-AAAC-EA149919D6B6}"/>
    <dgm:cxn modelId="{563153FC-22F6-4EF7-ADF7-BF1CE3C2959D}" type="presOf" srcId="{B4902235-B040-40E8-A6B0-AB7AD9FE7B4B}" destId="{68F13184-872C-403D-8180-2EE18B891FF4}" srcOrd="0" destOrd="3" presId="urn:microsoft.com/office/officeart/2005/8/layout/hList1"/>
    <dgm:cxn modelId="{3DAB1445-1B8B-4FAA-8E18-1F474372C78C}" type="presOf" srcId="{FF369848-9BB7-4AD2-B3D7-667BD475D90C}" destId="{30E2DDC7-BAEC-4B55-B2B9-98474BBB9DB7}" srcOrd="0" destOrd="1" presId="urn:microsoft.com/office/officeart/2005/8/layout/hList1"/>
    <dgm:cxn modelId="{AA7D8F63-DA67-4D56-8457-C1CEBC7A053A}" srcId="{7AD55750-C725-450B-92F5-F78875CB43AB}" destId="{8851E0B8-26FC-480C-9429-FAD328BEB1F0}" srcOrd="2" destOrd="0" parTransId="{77A5CC18-D990-4D33-B4B1-79A63F9E0FD9}" sibTransId="{E2FD6B84-ABCB-4635-9894-7DB3AE121406}"/>
    <dgm:cxn modelId="{482D0946-2B36-4FB0-AC72-AD0534FC7227}" srcId="{631748B5-F33A-44F5-B941-E54D4915C628}" destId="{B4902235-B040-40E8-A6B0-AB7AD9FE7B4B}" srcOrd="3" destOrd="0" parTransId="{065AA68D-BAD4-4EE9-BF03-DD3585A35FF2}" sibTransId="{A82BF7AA-1EE1-4CD4-9BB2-0EB92B73C941}"/>
    <dgm:cxn modelId="{C5EF470C-C5FD-4F57-A193-3EB2C35BA536}" type="presOf" srcId="{4FE07C6E-0B33-442A-88B3-B2FA94692470}" destId="{30E2DDC7-BAEC-4B55-B2B9-98474BBB9DB7}" srcOrd="0" destOrd="2" presId="urn:microsoft.com/office/officeart/2005/8/layout/hList1"/>
    <dgm:cxn modelId="{701A6E8F-048C-4DAA-BD72-EFFF902CE880}" srcId="{7AD55750-C725-450B-92F5-F78875CB43AB}" destId="{0FB41CF5-A60D-4C61-B2C6-8F7D4D485450}" srcOrd="3" destOrd="0" parTransId="{7ABE8452-9934-4E66-AA45-0D69090001F9}" sibTransId="{EF0338D7-4DE2-4CF5-ABFC-5FF76CB73CF5}"/>
    <dgm:cxn modelId="{1C656C7B-02FF-415B-8D4A-3EA8B459010E}" srcId="{D6FE69C2-4F6C-49BA-9089-D27E0B5C84A5}" destId="{98D53709-4F22-42F3-B46C-E81A58EDBE3D}" srcOrd="4" destOrd="0" parTransId="{8177EA02-C5DE-4458-A0BF-F7143CEFAE3E}" sibTransId="{4299E31D-56FB-4DE8-B3A5-22B39CF81979}"/>
    <dgm:cxn modelId="{F483FDE5-5187-4A83-86B3-A1EB35A18732}" type="presOf" srcId="{B940487D-B6E9-4DFA-8D40-4FB745D2F5F4}" destId="{45B72EED-2B3B-4F26-A2EC-85762DDD007F}" srcOrd="0" destOrd="1" presId="urn:microsoft.com/office/officeart/2005/8/layout/hList1"/>
    <dgm:cxn modelId="{FCA97E48-DD73-41F7-B372-F7BB96404995}" type="presOf" srcId="{6F00E3E7-6FED-4792-9423-ABB2C3F2213B}" destId="{30E2DDC7-BAEC-4B55-B2B9-98474BBB9DB7}" srcOrd="0" destOrd="3" presId="urn:microsoft.com/office/officeart/2005/8/layout/hList1"/>
    <dgm:cxn modelId="{807E2A02-FAE5-4075-BEDA-8170B7F1617D}" type="presOf" srcId="{AB77190C-CDEE-4C7A-8913-1D161218C938}" destId="{F66EB77C-DF73-45D6-870C-3202FE7B2E68}" srcOrd="0" destOrd="0" presId="urn:microsoft.com/office/officeart/2005/8/layout/hList1"/>
    <dgm:cxn modelId="{2D6C65CB-7A99-4E60-976C-F1BC58227A0D}" type="presOf" srcId="{0FB41CF5-A60D-4C61-B2C6-8F7D4D485450}" destId="{45B72EED-2B3B-4F26-A2EC-85762DDD007F}" srcOrd="0" destOrd="3" presId="urn:microsoft.com/office/officeart/2005/8/layout/hList1"/>
    <dgm:cxn modelId="{85DA141D-3C4C-49CF-B260-DF95981EC189}" type="presOf" srcId="{D6FE69C2-4F6C-49BA-9089-D27E0B5C84A5}" destId="{2172757C-0738-45BC-99C8-EE29207DA9A3}" srcOrd="0" destOrd="0" presId="urn:microsoft.com/office/officeart/2005/8/layout/hList1"/>
    <dgm:cxn modelId="{CBBF4914-97C9-4CDF-A999-70E96CDD72CD}" srcId="{8D611A52-12C1-45C3-A30E-BBE88AF24AB3}" destId="{6F00E3E7-6FED-4792-9423-ABB2C3F2213B}" srcOrd="3" destOrd="0" parTransId="{D0135D2D-B548-4AA1-B605-8FC78F214AEA}" sibTransId="{ABA619C5-314B-454C-BF2F-FA445FDF481A}"/>
    <dgm:cxn modelId="{204F6A34-22CE-4A10-A564-7FA1C8E8EE4C}" srcId="{631748B5-F33A-44F5-B941-E54D4915C628}" destId="{322A07A1-A2DB-4256-9E8D-26CADD6E828D}" srcOrd="1" destOrd="0" parTransId="{11054DA1-6ABD-4B2D-8B50-0704E3E7CF62}" sibTransId="{32877513-8F0B-47FD-B7A7-21066D8C33CD}"/>
    <dgm:cxn modelId="{308ED290-3ED4-4983-B6D0-7B5AA67E37EC}" srcId="{8D611A52-12C1-45C3-A30E-BBE88AF24AB3}" destId="{FF369848-9BB7-4AD2-B3D7-667BD475D90C}" srcOrd="1" destOrd="0" parTransId="{0FAC4678-93DF-4328-A912-957789080953}" sibTransId="{18990AAC-D484-4E30-9A61-B31A9465AC37}"/>
    <dgm:cxn modelId="{26F431F2-3DF8-492B-8593-64E1AB0E60DA}" srcId="{631748B5-F33A-44F5-B941-E54D4915C628}" destId="{B20832A3-F8BD-4E6F-BD54-D2488C531FB6}" srcOrd="2" destOrd="0" parTransId="{B6281933-3F82-46DE-96FB-1378407F8C83}" sibTransId="{62C7BC6F-F24A-4097-9879-3388334234C6}"/>
    <dgm:cxn modelId="{2BCE741A-8D38-42ED-95B8-9246B3B86E58}" type="presOf" srcId="{705353D9-40AD-4B2A-A956-C9554CB801CA}" destId="{1D37B8B0-3E18-4560-A821-76E437F4E03E}" srcOrd="0" destOrd="3" presId="urn:microsoft.com/office/officeart/2005/8/layout/hList1"/>
    <dgm:cxn modelId="{729226E1-E40B-463B-A56E-73A02AB8C2D1}" srcId="{D6FE69C2-4F6C-49BA-9089-D27E0B5C84A5}" destId="{0881EDE3-1573-4530-B4F5-825F6A720A84}" srcOrd="2" destOrd="0" parTransId="{533FC681-1C2E-4C0A-AB36-3834537811B4}" sibTransId="{3C23EBC2-0754-4867-8DBA-3AB9ED548A53}"/>
    <dgm:cxn modelId="{623159B5-B1F1-42ED-90F8-BA17D0D6BAD7}" type="presOf" srcId="{175DEC02-7A17-488A-AC65-616D204533DF}" destId="{30E2DDC7-BAEC-4B55-B2B9-98474BBB9DB7}" srcOrd="0" destOrd="0" presId="urn:microsoft.com/office/officeart/2005/8/layout/hList1"/>
    <dgm:cxn modelId="{8AC8A877-2D8C-495A-A7B4-EB76D3C34BB0}" type="presOf" srcId="{D16D992F-7496-4CD7-B077-B1CDF359C2EB}" destId="{1D37B8B0-3E18-4560-A821-76E437F4E03E}" srcOrd="0" destOrd="1" presId="urn:microsoft.com/office/officeart/2005/8/layout/hList1"/>
    <dgm:cxn modelId="{57805414-5658-48FB-93D3-73E062ACAB15}" srcId="{AB77190C-CDEE-4C7A-8913-1D161218C938}" destId="{D6FE69C2-4F6C-49BA-9089-D27E0B5C84A5}" srcOrd="3" destOrd="0" parTransId="{C622910C-9800-46DA-88AC-D515F477ABA0}" sibTransId="{D7E6698B-7A82-4ED9-8683-0FB2318D9E3C}"/>
    <dgm:cxn modelId="{FD989F11-C926-4A11-9E4A-EACBBEE04E0A}" srcId="{8D611A52-12C1-45C3-A30E-BBE88AF24AB3}" destId="{4FE07C6E-0B33-442A-88B3-B2FA94692470}" srcOrd="2" destOrd="0" parTransId="{43299108-5AB6-4886-A8B8-15B379DC4ADE}" sibTransId="{B3BF5787-86EB-4DF8-A8C7-C0777EEA9C2E}"/>
    <dgm:cxn modelId="{35C24FEE-D6F3-4EF5-A58F-EFAF02DA1D6B}" srcId="{D6FE69C2-4F6C-49BA-9089-D27E0B5C84A5}" destId="{D16D992F-7496-4CD7-B077-B1CDF359C2EB}" srcOrd="1" destOrd="0" parTransId="{36114F01-D3E4-4A29-A9CD-BA8E390E1441}" sibTransId="{29432B05-B984-4033-97D1-E7B7DECC6966}"/>
    <dgm:cxn modelId="{B026BD40-4922-4F81-9B88-9602AB6F14EC}" srcId="{7AD55750-C725-450B-92F5-F78875CB43AB}" destId="{5BC2AC18-6DF4-48A2-99D8-5DF3B54D4740}" srcOrd="0" destOrd="0" parTransId="{A551714B-15A6-44A7-90F7-B65180D2AAF3}" sibTransId="{56C50DF9-4AE3-4F6F-80BD-E1B59D5EEB0A}"/>
    <dgm:cxn modelId="{0284D68B-D70C-421B-993F-C5C224F2ACFC}" type="presOf" srcId="{0881EDE3-1573-4530-B4F5-825F6A720A84}" destId="{1D37B8B0-3E18-4560-A821-76E437F4E03E}" srcOrd="0" destOrd="2" presId="urn:microsoft.com/office/officeart/2005/8/layout/hList1"/>
    <dgm:cxn modelId="{22A0FA3C-B5DB-4C9A-8EDA-E369BD6D02A4}" type="presOf" srcId="{631748B5-F33A-44F5-B941-E54D4915C628}" destId="{7649379B-293E-41DE-AEC6-F0FC517C5E61}" srcOrd="0" destOrd="0" presId="urn:microsoft.com/office/officeart/2005/8/layout/hList1"/>
    <dgm:cxn modelId="{DB59F3D6-D69F-48C4-92F3-FBDCC429B493}" type="presOf" srcId="{322A07A1-A2DB-4256-9E8D-26CADD6E828D}" destId="{68F13184-872C-403D-8180-2EE18B891FF4}" srcOrd="0" destOrd="1" presId="urn:microsoft.com/office/officeart/2005/8/layout/hList1"/>
    <dgm:cxn modelId="{5D31F212-C2F5-4AA2-9C1E-0F1A429F1FE8}" srcId="{AB77190C-CDEE-4C7A-8913-1D161218C938}" destId="{631748B5-F33A-44F5-B941-E54D4915C628}" srcOrd="1" destOrd="0" parTransId="{A917C26E-9D63-4D8E-A7BB-F56731418195}" sibTransId="{CECCDBF5-CE06-4471-A4C0-A44FCF7669EC}"/>
    <dgm:cxn modelId="{6E109622-13A3-4DBD-B57A-E0245AB9D60A}" type="presOf" srcId="{8851E0B8-26FC-480C-9429-FAD328BEB1F0}" destId="{45B72EED-2B3B-4F26-A2EC-85762DDD007F}" srcOrd="0" destOrd="2" presId="urn:microsoft.com/office/officeart/2005/8/layout/hList1"/>
    <dgm:cxn modelId="{F9BD5BEF-009D-4FEB-A72E-AD5FE57E7EB1}" type="presOf" srcId="{0983D748-FE30-4224-BC2E-998C3EF1E311}" destId="{68F13184-872C-403D-8180-2EE18B891FF4}" srcOrd="0" destOrd="0" presId="urn:microsoft.com/office/officeart/2005/8/layout/hList1"/>
    <dgm:cxn modelId="{9A12C310-68A1-4F98-80FE-4E5E09F5DED9}" type="presOf" srcId="{8D611A52-12C1-45C3-A30E-BBE88AF24AB3}" destId="{FFB5EF0A-3B57-42C3-84E2-9080277C6504}" srcOrd="0" destOrd="0" presId="urn:microsoft.com/office/officeart/2005/8/layout/hList1"/>
    <dgm:cxn modelId="{45B00F49-899F-4FC8-9C85-DB6157E7C089}" srcId="{631748B5-F33A-44F5-B941-E54D4915C628}" destId="{0983D748-FE30-4224-BC2E-998C3EF1E311}" srcOrd="0" destOrd="0" parTransId="{57D4ACED-E68A-429F-B209-0743BAC26755}" sibTransId="{8DB03F3F-0A96-48EE-BB6B-E6FD558B407B}"/>
    <dgm:cxn modelId="{98700929-7246-48D1-9764-E7730D436CC7}" type="presOf" srcId="{B20832A3-F8BD-4E6F-BD54-D2488C531FB6}" destId="{68F13184-872C-403D-8180-2EE18B891FF4}" srcOrd="0" destOrd="2" presId="urn:microsoft.com/office/officeart/2005/8/layout/hList1"/>
    <dgm:cxn modelId="{58A69DD2-BFB2-4475-8721-E2A1BCB2E05E}" type="presOf" srcId="{98D53709-4F22-42F3-B46C-E81A58EDBE3D}" destId="{1D37B8B0-3E18-4560-A821-76E437F4E03E}" srcOrd="0" destOrd="4" presId="urn:microsoft.com/office/officeart/2005/8/layout/hList1"/>
    <dgm:cxn modelId="{B3C8EC19-126A-4824-9EBB-B7A46B5A5F5C}" srcId="{8D611A52-12C1-45C3-A30E-BBE88AF24AB3}" destId="{175DEC02-7A17-488A-AC65-616D204533DF}" srcOrd="0" destOrd="0" parTransId="{26D4DAAA-866E-43E8-B2A8-B4FF9B704CBA}" sibTransId="{97CA8AE1-E2CF-453E-857D-FB104A15DA8E}"/>
    <dgm:cxn modelId="{7FB4394E-6CA1-40ED-BF4F-A88C82506545}" srcId="{D6FE69C2-4F6C-49BA-9089-D27E0B5C84A5}" destId="{B0E7A356-AB30-40D0-8955-F0A4F64C79A1}" srcOrd="0" destOrd="0" parTransId="{30B27F3F-1A9B-4E92-987C-F347C340BDA4}" sibTransId="{D9F013E1-D2BA-4C2A-86E0-94F12B6B94D9}"/>
    <dgm:cxn modelId="{1A41B254-1460-47A9-848C-A64A96002CD1}" srcId="{AB77190C-CDEE-4C7A-8913-1D161218C938}" destId="{8D611A52-12C1-45C3-A30E-BBE88AF24AB3}" srcOrd="2" destOrd="0" parTransId="{99DF0A72-9320-4E69-A86C-87EB5A2291D1}" sibTransId="{16CDBB1A-D8D5-4708-8583-5C9B5B3517F5}"/>
    <dgm:cxn modelId="{734D809E-6246-4F9E-9181-54D972AFCE16}" type="presParOf" srcId="{F66EB77C-DF73-45D6-870C-3202FE7B2E68}" destId="{7627C1A7-8687-4A65-85BB-D4CBC9E40C01}" srcOrd="0" destOrd="0" presId="urn:microsoft.com/office/officeart/2005/8/layout/hList1"/>
    <dgm:cxn modelId="{AD1EDF5E-2FAB-47A5-B0BA-F19A3D568507}" type="presParOf" srcId="{7627C1A7-8687-4A65-85BB-D4CBC9E40C01}" destId="{F7566990-6502-421D-99A1-727F1F931DF0}" srcOrd="0" destOrd="0" presId="urn:microsoft.com/office/officeart/2005/8/layout/hList1"/>
    <dgm:cxn modelId="{548D6684-7615-46A0-888F-D42F09CC1DE5}" type="presParOf" srcId="{7627C1A7-8687-4A65-85BB-D4CBC9E40C01}" destId="{45B72EED-2B3B-4F26-A2EC-85762DDD007F}" srcOrd="1" destOrd="0" presId="urn:microsoft.com/office/officeart/2005/8/layout/hList1"/>
    <dgm:cxn modelId="{1CB1ABA0-B7FB-4FFA-8B8E-C7AB1EFF894B}" type="presParOf" srcId="{F66EB77C-DF73-45D6-870C-3202FE7B2E68}" destId="{E796DE99-526A-43E7-B993-E6B2E3FB0F8D}" srcOrd="1" destOrd="0" presId="urn:microsoft.com/office/officeart/2005/8/layout/hList1"/>
    <dgm:cxn modelId="{E8385A4B-4E08-414B-9EFB-D6550BA8BCA7}" type="presParOf" srcId="{F66EB77C-DF73-45D6-870C-3202FE7B2E68}" destId="{55F54D91-509E-4FE0-8513-4A678D9A6378}" srcOrd="2" destOrd="0" presId="urn:microsoft.com/office/officeart/2005/8/layout/hList1"/>
    <dgm:cxn modelId="{2060801D-3503-4A7E-8348-0DB3204BA492}" type="presParOf" srcId="{55F54D91-509E-4FE0-8513-4A678D9A6378}" destId="{7649379B-293E-41DE-AEC6-F0FC517C5E61}" srcOrd="0" destOrd="0" presId="urn:microsoft.com/office/officeart/2005/8/layout/hList1"/>
    <dgm:cxn modelId="{B119DAF1-A958-403E-BF0D-2D4B4F826EBD}" type="presParOf" srcId="{55F54D91-509E-4FE0-8513-4A678D9A6378}" destId="{68F13184-872C-403D-8180-2EE18B891FF4}" srcOrd="1" destOrd="0" presId="urn:microsoft.com/office/officeart/2005/8/layout/hList1"/>
    <dgm:cxn modelId="{173C1746-00A1-4741-B7F1-41720813202E}" type="presParOf" srcId="{F66EB77C-DF73-45D6-870C-3202FE7B2E68}" destId="{A586A274-2F2A-4442-8D77-9C001FB180E8}" srcOrd="3" destOrd="0" presId="urn:microsoft.com/office/officeart/2005/8/layout/hList1"/>
    <dgm:cxn modelId="{B000B581-1399-40AF-8ECB-2A08982EECDA}" type="presParOf" srcId="{F66EB77C-DF73-45D6-870C-3202FE7B2E68}" destId="{A056D78E-4340-45E9-B5AA-9E1FEBDA0DBD}" srcOrd="4" destOrd="0" presId="urn:microsoft.com/office/officeart/2005/8/layout/hList1"/>
    <dgm:cxn modelId="{4DDF0A74-E79E-4D64-9035-696A0C74E47E}" type="presParOf" srcId="{A056D78E-4340-45E9-B5AA-9E1FEBDA0DBD}" destId="{FFB5EF0A-3B57-42C3-84E2-9080277C6504}" srcOrd="0" destOrd="0" presId="urn:microsoft.com/office/officeart/2005/8/layout/hList1"/>
    <dgm:cxn modelId="{7C81FC9F-4E86-4E07-A78F-7DA6E37A3E03}" type="presParOf" srcId="{A056D78E-4340-45E9-B5AA-9E1FEBDA0DBD}" destId="{30E2DDC7-BAEC-4B55-B2B9-98474BBB9DB7}" srcOrd="1" destOrd="0" presId="urn:microsoft.com/office/officeart/2005/8/layout/hList1"/>
    <dgm:cxn modelId="{75C45244-0FAD-4A74-A534-1AC102EF008F}" type="presParOf" srcId="{F66EB77C-DF73-45D6-870C-3202FE7B2E68}" destId="{6EF80E85-A40E-4E23-AD36-35A2EA13DC03}" srcOrd="5" destOrd="0" presId="urn:microsoft.com/office/officeart/2005/8/layout/hList1"/>
    <dgm:cxn modelId="{E7BF567A-201A-4AA2-AE23-7574D7CE94D0}" type="presParOf" srcId="{F66EB77C-DF73-45D6-870C-3202FE7B2E68}" destId="{59E0E26F-4BDA-4565-A513-A085640F56B6}" srcOrd="6" destOrd="0" presId="urn:microsoft.com/office/officeart/2005/8/layout/hList1"/>
    <dgm:cxn modelId="{56C23020-027A-4111-B726-D2154103AB92}" type="presParOf" srcId="{59E0E26F-4BDA-4565-A513-A085640F56B6}" destId="{2172757C-0738-45BC-99C8-EE29207DA9A3}" srcOrd="0" destOrd="0" presId="urn:microsoft.com/office/officeart/2005/8/layout/hList1"/>
    <dgm:cxn modelId="{0D55D7D6-17EF-4343-AADE-02973D5ACEF9}" type="presParOf" srcId="{59E0E26F-4BDA-4565-A513-A085640F56B6}" destId="{1D37B8B0-3E18-4560-A821-76E437F4E03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9D46BC-A8EB-413B-A967-723C943CCC40}">
      <dsp:nvSpPr>
        <dsp:cNvPr id="0" name=""/>
        <dsp:cNvSpPr/>
      </dsp:nvSpPr>
      <dsp:spPr>
        <a:xfrm>
          <a:off x="4911" y="1062171"/>
          <a:ext cx="1522511" cy="189838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Input Files</a:t>
          </a:r>
          <a:endParaRPr lang="en-US" sz="1700" kern="1200" dirty="0"/>
        </a:p>
      </dsp:txBody>
      <dsp:txXfrm>
        <a:off x="49504" y="1106764"/>
        <a:ext cx="1433325" cy="1809195"/>
      </dsp:txXfrm>
    </dsp:sp>
    <dsp:sp modelId="{C1075C04-6B7C-42B1-BB39-B2951A209861}">
      <dsp:nvSpPr>
        <dsp:cNvPr id="0" name=""/>
        <dsp:cNvSpPr/>
      </dsp:nvSpPr>
      <dsp:spPr>
        <a:xfrm>
          <a:off x="1679674" y="1822571"/>
          <a:ext cx="322772" cy="3775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1679674" y="1898087"/>
        <a:ext cx="225940" cy="226550"/>
      </dsp:txXfrm>
    </dsp:sp>
    <dsp:sp modelId="{0CCE213E-B277-43C1-9A82-0BEDEDC30DB2}">
      <dsp:nvSpPr>
        <dsp:cNvPr id="0" name=""/>
        <dsp:cNvSpPr/>
      </dsp:nvSpPr>
      <dsp:spPr>
        <a:xfrm>
          <a:off x="2136427" y="1062171"/>
          <a:ext cx="1522511" cy="189838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Analyze FASTA</a:t>
          </a:r>
          <a:endParaRPr lang="en-US" sz="1700" kern="1200" dirty="0"/>
        </a:p>
      </dsp:txBody>
      <dsp:txXfrm>
        <a:off x="2181020" y="1106764"/>
        <a:ext cx="1433325" cy="1809195"/>
      </dsp:txXfrm>
    </dsp:sp>
    <dsp:sp modelId="{F7D9F4F3-32A3-489A-959A-121E43378E1F}">
      <dsp:nvSpPr>
        <dsp:cNvPr id="0" name=""/>
        <dsp:cNvSpPr/>
      </dsp:nvSpPr>
      <dsp:spPr>
        <a:xfrm>
          <a:off x="3811190" y="1822571"/>
          <a:ext cx="322772" cy="3775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3811190" y="1898087"/>
        <a:ext cx="225940" cy="226550"/>
      </dsp:txXfrm>
    </dsp:sp>
    <dsp:sp modelId="{47F3E654-41C7-4621-A3FA-A5B647E6E776}">
      <dsp:nvSpPr>
        <dsp:cNvPr id="0" name=""/>
        <dsp:cNvSpPr/>
      </dsp:nvSpPr>
      <dsp:spPr>
        <a:xfrm>
          <a:off x="4267944" y="1062171"/>
          <a:ext cx="1522511" cy="189838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Generate First Level Grey Rectangle with Sequences Across the Axis in a Matrix form</a:t>
          </a:r>
          <a:endParaRPr lang="en-US" sz="1700" kern="1200" dirty="0"/>
        </a:p>
      </dsp:txBody>
      <dsp:txXfrm>
        <a:off x="4312537" y="1106764"/>
        <a:ext cx="1433325" cy="1809195"/>
      </dsp:txXfrm>
    </dsp:sp>
    <dsp:sp modelId="{448E7DD7-0DBD-42E6-8598-80D431E08AA7}">
      <dsp:nvSpPr>
        <dsp:cNvPr id="0" name=""/>
        <dsp:cNvSpPr/>
      </dsp:nvSpPr>
      <dsp:spPr>
        <a:xfrm>
          <a:off x="5942707" y="1822571"/>
          <a:ext cx="322772" cy="3775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5942707" y="1898087"/>
        <a:ext cx="225940" cy="226550"/>
      </dsp:txXfrm>
    </dsp:sp>
    <dsp:sp modelId="{941351EC-10E5-4C67-9315-DD12AC7DFC43}">
      <dsp:nvSpPr>
        <dsp:cNvPr id="0" name=""/>
        <dsp:cNvSpPr/>
      </dsp:nvSpPr>
      <dsp:spPr>
        <a:xfrm>
          <a:off x="6399460" y="1062171"/>
          <a:ext cx="1522511" cy="189838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Analyze Data File</a:t>
          </a:r>
          <a:endParaRPr lang="en-US" sz="1700" kern="1200" dirty="0"/>
        </a:p>
      </dsp:txBody>
      <dsp:txXfrm>
        <a:off x="6444053" y="1106764"/>
        <a:ext cx="1433325" cy="1809195"/>
      </dsp:txXfrm>
    </dsp:sp>
    <dsp:sp modelId="{933DFCED-F15C-4A8B-B1EB-B0AEC5F2F028}">
      <dsp:nvSpPr>
        <dsp:cNvPr id="0" name=""/>
        <dsp:cNvSpPr/>
      </dsp:nvSpPr>
      <dsp:spPr>
        <a:xfrm>
          <a:off x="8074223" y="1822571"/>
          <a:ext cx="322772" cy="37758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/>
        </a:p>
      </dsp:txBody>
      <dsp:txXfrm>
        <a:off x="8074223" y="1898087"/>
        <a:ext cx="225940" cy="226550"/>
      </dsp:txXfrm>
    </dsp:sp>
    <dsp:sp modelId="{FAE8D141-529F-48FC-A457-EC5B0F346996}">
      <dsp:nvSpPr>
        <dsp:cNvPr id="0" name=""/>
        <dsp:cNvSpPr/>
      </dsp:nvSpPr>
      <dsp:spPr>
        <a:xfrm>
          <a:off x="8530976" y="1062171"/>
          <a:ext cx="1522511" cy="189838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Generate Blue Squares on top of the Grey Rectangle</a:t>
          </a:r>
          <a:endParaRPr lang="en-US" sz="1700" kern="1200" dirty="0"/>
        </a:p>
      </dsp:txBody>
      <dsp:txXfrm>
        <a:off x="8575569" y="1106764"/>
        <a:ext cx="1433325" cy="18091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A503EE-2E1E-4C68-9BEF-E0C4A70A1E79}">
      <dsp:nvSpPr>
        <dsp:cNvPr id="0" name=""/>
        <dsp:cNvSpPr/>
      </dsp:nvSpPr>
      <dsp:spPr>
        <a:xfrm>
          <a:off x="8840" y="1218674"/>
          <a:ext cx="2642294" cy="158537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Click on one data element representing two peptides interacting across the file</a:t>
          </a:r>
          <a:endParaRPr lang="en-US" sz="1900" kern="1200" dirty="0"/>
        </a:p>
      </dsp:txBody>
      <dsp:txXfrm>
        <a:off x="55274" y="1265108"/>
        <a:ext cx="2549426" cy="1492508"/>
      </dsp:txXfrm>
    </dsp:sp>
    <dsp:sp modelId="{ECF03F79-43D1-4DA2-BC4E-59864D9535F2}">
      <dsp:nvSpPr>
        <dsp:cNvPr id="0" name=""/>
        <dsp:cNvSpPr/>
      </dsp:nvSpPr>
      <dsp:spPr>
        <a:xfrm>
          <a:off x="2915364" y="1683717"/>
          <a:ext cx="560166" cy="6552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>
        <a:off x="2915364" y="1814775"/>
        <a:ext cx="392116" cy="393173"/>
      </dsp:txXfrm>
    </dsp:sp>
    <dsp:sp modelId="{484B8FD8-FA87-471B-91BF-57B77A740F6B}">
      <dsp:nvSpPr>
        <dsp:cNvPr id="0" name=""/>
        <dsp:cNvSpPr/>
      </dsp:nvSpPr>
      <dsp:spPr>
        <a:xfrm>
          <a:off x="3708052" y="1218674"/>
          <a:ext cx="2642294" cy="158537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Generate a tree map describing the scores of the pair of peptides across the files</a:t>
          </a:r>
          <a:endParaRPr lang="en-US" sz="1900" kern="1200" dirty="0"/>
        </a:p>
      </dsp:txBody>
      <dsp:txXfrm>
        <a:off x="3754486" y="1265108"/>
        <a:ext cx="2549426" cy="1492508"/>
      </dsp:txXfrm>
    </dsp:sp>
    <dsp:sp modelId="{02A20D8B-2F8C-406F-9401-E6378BFAC223}">
      <dsp:nvSpPr>
        <dsp:cNvPr id="0" name=""/>
        <dsp:cNvSpPr/>
      </dsp:nvSpPr>
      <dsp:spPr>
        <a:xfrm>
          <a:off x="6614576" y="1683717"/>
          <a:ext cx="560166" cy="6552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/>
        </a:p>
      </dsp:txBody>
      <dsp:txXfrm>
        <a:off x="6614576" y="1814775"/>
        <a:ext cx="392116" cy="393173"/>
      </dsp:txXfrm>
    </dsp:sp>
    <dsp:sp modelId="{C00D621B-3D6E-4657-8979-D5B6C5377296}">
      <dsp:nvSpPr>
        <dsp:cNvPr id="0" name=""/>
        <dsp:cNvSpPr/>
      </dsp:nvSpPr>
      <dsp:spPr>
        <a:xfrm>
          <a:off x="7407265" y="1218674"/>
          <a:ext cx="2642294" cy="158537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smtClean="0"/>
            <a:t>Click on one of the pairs to see interaction on the residue level</a:t>
          </a:r>
          <a:endParaRPr lang="en-US" sz="1900" kern="1200" dirty="0"/>
        </a:p>
      </dsp:txBody>
      <dsp:txXfrm>
        <a:off x="7453699" y="1265108"/>
        <a:ext cx="2549426" cy="14925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566990-6502-421D-99A1-727F1F931DF0}">
      <dsp:nvSpPr>
        <dsp:cNvPr id="0" name=""/>
        <dsp:cNvSpPr/>
      </dsp:nvSpPr>
      <dsp:spPr>
        <a:xfrm>
          <a:off x="3557" y="12819"/>
          <a:ext cx="2138942" cy="518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Sequence Table</a:t>
          </a:r>
          <a:endParaRPr lang="en-US" sz="1800" kern="1200" dirty="0"/>
        </a:p>
      </dsp:txBody>
      <dsp:txXfrm>
        <a:off x="3557" y="12819"/>
        <a:ext cx="2138942" cy="518400"/>
      </dsp:txXfrm>
    </dsp:sp>
    <dsp:sp modelId="{45B72EED-2B3B-4F26-A2EC-85762DDD007F}">
      <dsp:nvSpPr>
        <dsp:cNvPr id="0" name=""/>
        <dsp:cNvSpPr/>
      </dsp:nvSpPr>
      <dsp:spPr>
        <a:xfrm>
          <a:off x="3557" y="531219"/>
          <a:ext cx="2138942" cy="1686116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Id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uniqueNumber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Sequence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Type</a:t>
          </a:r>
          <a:endParaRPr lang="en-US" sz="1800" kern="1200" dirty="0"/>
        </a:p>
      </dsp:txBody>
      <dsp:txXfrm>
        <a:off x="3557" y="531219"/>
        <a:ext cx="2138942" cy="1686116"/>
      </dsp:txXfrm>
    </dsp:sp>
    <dsp:sp modelId="{7649379B-293E-41DE-AEC6-F0FC517C5E61}">
      <dsp:nvSpPr>
        <dsp:cNvPr id="0" name=""/>
        <dsp:cNvSpPr/>
      </dsp:nvSpPr>
      <dsp:spPr>
        <a:xfrm>
          <a:off x="2441951" y="12819"/>
          <a:ext cx="2138942" cy="518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Block Table</a:t>
          </a:r>
          <a:endParaRPr lang="en-US" sz="1800" kern="1200" dirty="0"/>
        </a:p>
      </dsp:txBody>
      <dsp:txXfrm>
        <a:off x="2441951" y="12819"/>
        <a:ext cx="2138942" cy="518400"/>
      </dsp:txXfrm>
    </dsp:sp>
    <dsp:sp modelId="{68F13184-872C-403D-8180-2EE18B891FF4}">
      <dsp:nvSpPr>
        <dsp:cNvPr id="0" name=""/>
        <dsp:cNvSpPr/>
      </dsp:nvSpPr>
      <dsp:spPr>
        <a:xfrm>
          <a:off x="2441951" y="531219"/>
          <a:ext cx="2138942" cy="1686116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Id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Fragment_1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Fragment_2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Score</a:t>
          </a:r>
          <a:endParaRPr lang="en-US" sz="1800" kern="1200" dirty="0"/>
        </a:p>
      </dsp:txBody>
      <dsp:txXfrm>
        <a:off x="2441951" y="531219"/>
        <a:ext cx="2138942" cy="1686116"/>
      </dsp:txXfrm>
    </dsp:sp>
    <dsp:sp modelId="{FFB5EF0A-3B57-42C3-84E2-9080277C6504}">
      <dsp:nvSpPr>
        <dsp:cNvPr id="0" name=""/>
        <dsp:cNvSpPr/>
      </dsp:nvSpPr>
      <dsp:spPr>
        <a:xfrm>
          <a:off x="4880346" y="12819"/>
          <a:ext cx="2138942" cy="518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Precursor Info Table</a:t>
          </a:r>
          <a:endParaRPr lang="en-US" sz="1800" kern="1200" dirty="0"/>
        </a:p>
      </dsp:txBody>
      <dsp:txXfrm>
        <a:off x="4880346" y="12819"/>
        <a:ext cx="2138942" cy="518400"/>
      </dsp:txXfrm>
    </dsp:sp>
    <dsp:sp modelId="{30E2DDC7-BAEC-4B55-B2B9-98474BBB9DB7}">
      <dsp:nvSpPr>
        <dsp:cNvPr id="0" name=""/>
        <dsp:cNvSpPr/>
      </dsp:nvSpPr>
      <dsp:spPr>
        <a:xfrm>
          <a:off x="4880346" y="531219"/>
          <a:ext cx="2138942" cy="1686116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Block Id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Fragment_1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Fragment_2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Score</a:t>
          </a:r>
          <a:endParaRPr lang="en-US" sz="1800" kern="1200" dirty="0"/>
        </a:p>
      </dsp:txBody>
      <dsp:txXfrm>
        <a:off x="4880346" y="531219"/>
        <a:ext cx="2138942" cy="1686116"/>
      </dsp:txXfrm>
    </dsp:sp>
    <dsp:sp modelId="{2172757C-0738-45BC-99C8-EE29207DA9A3}">
      <dsp:nvSpPr>
        <dsp:cNvPr id="0" name=""/>
        <dsp:cNvSpPr/>
      </dsp:nvSpPr>
      <dsp:spPr>
        <a:xfrm>
          <a:off x="7318741" y="12819"/>
          <a:ext cx="2138942" cy="5184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Data Points Table</a:t>
          </a:r>
          <a:endParaRPr lang="en-US" sz="1800" kern="1200" dirty="0"/>
        </a:p>
      </dsp:txBody>
      <dsp:txXfrm>
        <a:off x="7318741" y="12819"/>
        <a:ext cx="2138942" cy="518400"/>
      </dsp:txXfrm>
    </dsp:sp>
    <dsp:sp modelId="{1D37B8B0-3E18-4560-A821-76E437F4E03E}">
      <dsp:nvSpPr>
        <dsp:cNvPr id="0" name=""/>
        <dsp:cNvSpPr/>
      </dsp:nvSpPr>
      <dsp:spPr>
        <a:xfrm>
          <a:off x="7318741" y="531219"/>
          <a:ext cx="2138942" cy="1686116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Id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err="1" smtClean="0"/>
            <a:t>BlockId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Sequence_1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Sequence_2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800" kern="1200" dirty="0" smtClean="0"/>
            <a:t>Value</a:t>
          </a:r>
          <a:endParaRPr lang="en-US" sz="1800" kern="1200" dirty="0"/>
        </a:p>
      </dsp:txBody>
      <dsp:txXfrm>
        <a:off x="7318741" y="531219"/>
        <a:ext cx="2138942" cy="16861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5/11/2015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5/11/2015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5/11/2015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5/11/2015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5/11/2015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5/11/2015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5/11/2015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5/11/2015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5/11/2015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5/11/2015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5/11/2015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5/11/2015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csb.org/pdb/home/home.do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iaebeid@bitbucket.org/iaebeid/xlpmviewer.git" TargetMode="External"/><Relationship Id="rId2" Type="http://schemas.openxmlformats.org/officeDocument/2006/relationships/hyperlink" Target="http://www.i3akef.net/xlpm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kiestfu/Snap.js/" TargetMode="External"/><Relationship Id="rId2" Type="http://schemas.openxmlformats.org/officeDocument/2006/relationships/hyperlink" Target="https://github.com/typicaljoe/taffyd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XLPM Map Viewer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A protein-protein interaction map </a:t>
            </a:r>
            <a:r>
              <a:rPr lang="en-US" b="1" dirty="0" smtClean="0"/>
              <a:t>viewer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99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Proteins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4583" y="2297613"/>
            <a:ext cx="7301097" cy="323276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3" y="2297613"/>
            <a:ext cx="3135427" cy="313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74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Protein Data Bank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 Protein </a:t>
            </a:r>
            <a:r>
              <a:rPr lang="en-US" dirty="0"/>
              <a:t>data bank is a database for all known existing proteins </a:t>
            </a:r>
          </a:p>
          <a:p>
            <a:r>
              <a:rPr lang="en-US" dirty="0" smtClean="0"/>
              <a:t>- PDB </a:t>
            </a:r>
            <a:r>
              <a:rPr lang="en-US" dirty="0"/>
              <a:t>is a source of information for protein sequencing, modeling and mapping </a:t>
            </a:r>
          </a:p>
          <a:p>
            <a:r>
              <a:rPr lang="en-US" dirty="0" smtClean="0"/>
              <a:t>- You </a:t>
            </a:r>
            <a:r>
              <a:rPr lang="en-US" dirty="0"/>
              <a:t>can download data files for any protein: PDB files, </a:t>
            </a:r>
            <a:r>
              <a:rPr lang="en-US" dirty="0" smtClean="0"/>
              <a:t>FASTA </a:t>
            </a:r>
            <a:r>
              <a:rPr lang="en-US" dirty="0"/>
              <a:t>Files, Mapping </a:t>
            </a:r>
            <a:r>
              <a:rPr lang="en-US" dirty="0" smtClean="0"/>
              <a:t>files</a:t>
            </a:r>
          </a:p>
          <a:p>
            <a:r>
              <a:rPr lang="en-US" dirty="0"/>
              <a:t>- </a:t>
            </a: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www.rcsb.org/pdb/home/home.do</a:t>
            </a:r>
            <a:endParaRPr lang="en-US" dirty="0" smtClean="0"/>
          </a:p>
          <a:p>
            <a:r>
              <a:rPr lang="en-US" dirty="0" smtClean="0"/>
              <a:t>- These provided materials are used to develop software tools to help biologists and other users understanding proteins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804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XLPM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- Cross Link </a:t>
            </a:r>
            <a:r>
              <a:rPr lang="en-US" dirty="0" smtClean="0"/>
              <a:t>protein-protein mapping is an algorithm developed by students at the Bioinformatics </a:t>
            </a:r>
            <a:r>
              <a:rPr lang="en-US" dirty="0" smtClean="0"/>
              <a:t>lab</a:t>
            </a:r>
            <a:endParaRPr lang="en-US" dirty="0" smtClean="0"/>
          </a:p>
          <a:p>
            <a:r>
              <a:rPr lang="en-US" dirty="0" smtClean="0"/>
              <a:t>- It </a:t>
            </a:r>
            <a:r>
              <a:rPr lang="en-US" dirty="0" smtClean="0"/>
              <a:t>analysis the data coming out of what is called cross link analysis of two </a:t>
            </a:r>
            <a:r>
              <a:rPr lang="en-US" dirty="0" smtClean="0"/>
              <a:t>proteins</a:t>
            </a:r>
          </a:p>
          <a:p>
            <a:r>
              <a:rPr lang="en-US" dirty="0" smtClean="0"/>
              <a:t>- Proteins </a:t>
            </a:r>
            <a:r>
              <a:rPr lang="en-US" dirty="0" smtClean="0">
                <a:sym typeface="Wingdings" panose="05000000000000000000" pitchFamily="2" charset="2"/>
              </a:rPr>
              <a:t> Peptides  Amino Acids  Residues  Molecules  Atoms</a:t>
            </a:r>
            <a:endParaRPr lang="en-US" dirty="0" smtClean="0"/>
          </a:p>
          <a:p>
            <a:r>
              <a:rPr lang="en-US" dirty="0" smtClean="0"/>
              <a:t>- It assigns a score two every two interacting peptides and based on this score the user can infer some conclusions</a:t>
            </a:r>
          </a:p>
          <a:p>
            <a:r>
              <a:rPr lang="en-US" dirty="0" smtClean="0"/>
              <a:t>- The </a:t>
            </a:r>
            <a:r>
              <a:rPr lang="en-US" dirty="0" smtClean="0"/>
              <a:t>algorithm produces a text file with all the analysis data having a specific </a:t>
            </a:r>
            <a:r>
              <a:rPr lang="en-US" dirty="0" smtClean="0"/>
              <a:t>format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662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6510185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27559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911796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7797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Visualization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 Inputs </a:t>
            </a:r>
            <a:r>
              <a:rPr lang="en-US" dirty="0"/>
              <a:t>to this system are FASTA files and XLPM Data files</a:t>
            </a:r>
          </a:p>
          <a:p>
            <a:r>
              <a:rPr lang="en-US" dirty="0" smtClean="0"/>
              <a:t>- The </a:t>
            </a:r>
            <a:r>
              <a:rPr lang="en-US" dirty="0"/>
              <a:t>visualization is a representation of the data file on three levels including the </a:t>
            </a:r>
            <a:r>
              <a:rPr lang="en-US" dirty="0" smtClean="0"/>
              <a:t>molecular level</a:t>
            </a:r>
          </a:p>
          <a:p>
            <a:r>
              <a:rPr lang="en-US" dirty="0"/>
              <a:t>- The first level is a heat map for showing the overall interactions between the parts of the two protein sequences</a:t>
            </a:r>
          </a:p>
          <a:p>
            <a:r>
              <a:rPr lang="en-US" dirty="0"/>
              <a:t>- In the first level only the highest scored interaction is shown on the heat map for each pair of peptides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360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Visualization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 Clicking </a:t>
            </a:r>
            <a:r>
              <a:rPr lang="en-US" dirty="0"/>
              <a:t>on any of the point on the heat map opens a level 2 visualization for that particular peptide </a:t>
            </a:r>
            <a:r>
              <a:rPr lang="en-US" dirty="0" smtClean="0"/>
              <a:t>pair</a:t>
            </a:r>
            <a:endParaRPr lang="en-US" dirty="0" smtClean="0"/>
          </a:p>
          <a:p>
            <a:r>
              <a:rPr lang="en-US" dirty="0" smtClean="0"/>
              <a:t>- Level </a:t>
            </a:r>
            <a:r>
              <a:rPr lang="en-US" dirty="0"/>
              <a:t>2 is a tree map showing all the analyzed spectra that found the interaction between the peptide pair chosen in the first </a:t>
            </a:r>
            <a:r>
              <a:rPr lang="en-US" dirty="0" smtClean="0"/>
              <a:t>level</a:t>
            </a:r>
            <a:endParaRPr lang="en-US" dirty="0" smtClean="0"/>
          </a:p>
          <a:p>
            <a:r>
              <a:rPr lang="en-US" dirty="0" smtClean="0"/>
              <a:t>- Selecting </a:t>
            </a:r>
            <a:r>
              <a:rPr lang="en-US" dirty="0"/>
              <a:t>any of the spectra in the tree map opens a third level of </a:t>
            </a:r>
            <a:r>
              <a:rPr lang="en-US" dirty="0" smtClean="0"/>
              <a:t>visualization</a:t>
            </a:r>
            <a:endParaRPr lang="en-US" dirty="0" smtClean="0"/>
          </a:p>
          <a:p>
            <a:r>
              <a:rPr lang="en-US" dirty="0" smtClean="0"/>
              <a:t>- The </a:t>
            </a:r>
            <a:r>
              <a:rPr lang="en-US" dirty="0"/>
              <a:t>third level of visualization is a heat map showing the cross-linking between pairs of </a:t>
            </a:r>
            <a:r>
              <a:rPr lang="en-US" dirty="0" smtClean="0"/>
              <a:t>residues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452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3D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 Understanding </a:t>
            </a:r>
            <a:r>
              <a:rPr lang="en-US" dirty="0"/>
              <a:t>PDB files and FASTA files is so important to be able to parse it</a:t>
            </a:r>
          </a:p>
          <a:p>
            <a:r>
              <a:rPr lang="en-US" dirty="0" smtClean="0"/>
              <a:t>- Using three.js </a:t>
            </a:r>
            <a:r>
              <a:rPr lang="en-US" dirty="0" err="1" smtClean="0"/>
              <a:t>WebGL</a:t>
            </a:r>
            <a:r>
              <a:rPr lang="en-US" dirty="0" smtClean="0"/>
              <a:t> based library to generate the molecules</a:t>
            </a:r>
          </a:p>
          <a:p>
            <a:r>
              <a:rPr lang="en-US" dirty="0" smtClean="0"/>
              <a:t>- User enters either the </a:t>
            </a:r>
            <a:r>
              <a:rPr lang="en-US" dirty="0" err="1" smtClean="0"/>
              <a:t>Pdb</a:t>
            </a:r>
            <a:r>
              <a:rPr lang="en-US" dirty="0" smtClean="0"/>
              <a:t> Id or uploads a </a:t>
            </a:r>
            <a:r>
              <a:rPr lang="en-US" dirty="0" err="1" smtClean="0"/>
              <a:t>pdb</a:t>
            </a:r>
            <a:r>
              <a:rPr lang="en-US" dirty="0" smtClean="0"/>
              <a:t> file</a:t>
            </a:r>
          </a:p>
          <a:p>
            <a:r>
              <a:rPr lang="en-US" dirty="0" smtClean="0"/>
              <a:t>- The system queries the PDB </a:t>
            </a:r>
            <a:r>
              <a:rPr lang="en-US" dirty="0" err="1" smtClean="0"/>
              <a:t>webservice</a:t>
            </a:r>
            <a:r>
              <a:rPr lang="en-US" dirty="0" smtClean="0"/>
              <a:t> for the PDB files </a:t>
            </a:r>
          </a:p>
          <a:p>
            <a:r>
              <a:rPr lang="en-US" dirty="0" smtClean="0"/>
              <a:t>- Start parsing </a:t>
            </a:r>
            <a:r>
              <a:rPr lang="en-US" dirty="0"/>
              <a:t>the PDB files and extracting coordinates, colors and sizes of Atoms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865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 Ordered </a:t>
            </a:r>
            <a:r>
              <a:rPr lang="en-US" dirty="0"/>
              <a:t>Data</a:t>
            </a:r>
          </a:p>
          <a:p>
            <a:r>
              <a:rPr lang="en-US" dirty="0" smtClean="0"/>
              <a:t>- Flat </a:t>
            </a:r>
            <a:r>
              <a:rPr lang="en-US" dirty="0"/>
              <a:t>Files</a:t>
            </a:r>
          </a:p>
          <a:p>
            <a:r>
              <a:rPr lang="en-US" dirty="0" smtClean="0"/>
              <a:t>- After parsing the data I structure them in tables to be able to query easily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994292991"/>
              </p:ext>
            </p:extLst>
          </p:nvPr>
        </p:nvGraphicFramePr>
        <p:xfrm>
          <a:off x="1166326" y="3638938"/>
          <a:ext cx="9461241" cy="22301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0100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Applied </a:t>
            </a:r>
            <a:r>
              <a:rPr lang="en-US" dirty="0" err="1" smtClean="0"/>
              <a:t>Tufte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- Scaling </a:t>
            </a:r>
            <a:r>
              <a:rPr lang="en-US" dirty="0"/>
              <a:t>is applied on the first and the third levels on color opacity</a:t>
            </a:r>
          </a:p>
          <a:p>
            <a:r>
              <a:rPr lang="en-US" dirty="0" smtClean="0"/>
              <a:t>- Size </a:t>
            </a:r>
            <a:r>
              <a:rPr lang="en-US" dirty="0"/>
              <a:t>Scaling is applied on the </a:t>
            </a:r>
            <a:r>
              <a:rPr lang="en-US" dirty="0" err="1"/>
              <a:t>treemap</a:t>
            </a:r>
            <a:r>
              <a:rPr lang="en-US" dirty="0"/>
              <a:t> third level</a:t>
            </a:r>
          </a:p>
          <a:p>
            <a:r>
              <a:rPr lang="en-US" dirty="0" smtClean="0"/>
              <a:t>- Clear </a:t>
            </a:r>
            <a:r>
              <a:rPr lang="en-US" dirty="0"/>
              <a:t>labeling is applied through mouse overs to avoid any ambiguity</a:t>
            </a:r>
          </a:p>
          <a:p>
            <a:r>
              <a:rPr lang="en-US" dirty="0" smtClean="0"/>
              <a:t>- </a:t>
            </a:r>
            <a:r>
              <a:rPr lang="en-US" dirty="0" smtClean="0"/>
              <a:t>Data </a:t>
            </a:r>
            <a:r>
              <a:rPr lang="en-US" dirty="0"/>
              <a:t>variation is clear on the three levels </a:t>
            </a:r>
          </a:p>
          <a:p>
            <a:r>
              <a:rPr lang="en-US" dirty="0" smtClean="0"/>
              <a:t>- Also </a:t>
            </a:r>
            <a:r>
              <a:rPr lang="en-US" dirty="0"/>
              <a:t>data ink ratio is maximized</a:t>
            </a:r>
          </a:p>
          <a:p>
            <a:r>
              <a:rPr lang="en-US" dirty="0" smtClean="0"/>
              <a:t>- Avoided </a:t>
            </a:r>
            <a:r>
              <a:rPr lang="en-US" dirty="0"/>
              <a:t>junk as much as possible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680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www.i3akef.net/xlpm</a:t>
            </a:r>
            <a:endParaRPr lang="en-US" dirty="0" smtClean="0"/>
          </a:p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iaebeid@bitbucket.org/iaebeid/xlpmviewer.git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274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Mihir</a:t>
            </a:r>
            <a:r>
              <a:rPr lang="en-US" dirty="0"/>
              <a:t> </a:t>
            </a:r>
            <a:r>
              <a:rPr lang="en-US" dirty="0" err="1"/>
              <a:t>Jaiswal</a:t>
            </a:r>
            <a:r>
              <a:rPr lang="en-US" dirty="0"/>
              <a:t> et. al. (2014) BMC </a:t>
            </a:r>
            <a:r>
              <a:rPr lang="en-US" dirty="0" err="1"/>
              <a:t>Bioinfo</a:t>
            </a:r>
            <a:r>
              <a:rPr lang="en-US" dirty="0"/>
              <a:t> 15(</a:t>
            </a:r>
            <a:r>
              <a:rPr lang="en-US" dirty="0" err="1"/>
              <a:t>suppl</a:t>
            </a:r>
            <a:r>
              <a:rPr lang="en-US" dirty="0"/>
              <a:t> 11):S16.</a:t>
            </a:r>
          </a:p>
          <a:p>
            <a:r>
              <a:rPr lang="en-US" dirty="0"/>
              <a:t>Michael </a:t>
            </a:r>
            <a:r>
              <a:rPr lang="en-US" dirty="0" err="1"/>
              <a:t>Bostock</a:t>
            </a:r>
            <a:r>
              <a:rPr lang="en-US" dirty="0"/>
              <a:t> et. al. (2011) IEEE Trans. Visualization &amp; Comp. Graphics (Proc. </a:t>
            </a:r>
            <a:r>
              <a:rPr lang="en-US" dirty="0" err="1"/>
              <a:t>InfoVis</a:t>
            </a:r>
            <a:r>
              <a:rPr lang="en-US" dirty="0"/>
              <a:t>)</a:t>
            </a:r>
          </a:p>
          <a:p>
            <a:r>
              <a:rPr lang="en-US" dirty="0"/>
              <a:t>"</a:t>
            </a:r>
            <a:r>
              <a:rPr lang="en-US" dirty="0" err="1"/>
              <a:t>GLmol</a:t>
            </a:r>
            <a:r>
              <a:rPr lang="en-US" dirty="0"/>
              <a:t> - Molecular Viewer on </a:t>
            </a:r>
            <a:r>
              <a:rPr lang="en-US" dirty="0" err="1"/>
              <a:t>WebGL</a:t>
            </a:r>
            <a:r>
              <a:rPr lang="en-US" dirty="0"/>
              <a:t>/</a:t>
            </a:r>
            <a:r>
              <a:rPr lang="en-US" dirty="0" err="1"/>
              <a:t>Javascript</a:t>
            </a:r>
            <a:r>
              <a:rPr lang="en-US" dirty="0"/>
              <a:t>." </a:t>
            </a:r>
            <a:r>
              <a:rPr lang="en-US" dirty="0" err="1"/>
              <a:t>GLmol</a:t>
            </a:r>
            <a:r>
              <a:rPr lang="en-US" dirty="0"/>
              <a:t> - Molecular Viewer on </a:t>
            </a:r>
            <a:r>
              <a:rPr lang="en-US" dirty="0" err="1"/>
              <a:t>WebGL</a:t>
            </a:r>
            <a:r>
              <a:rPr lang="en-US" dirty="0"/>
              <a:t>/</a:t>
            </a:r>
            <a:r>
              <a:rPr lang="en-US" dirty="0" err="1"/>
              <a:t>Javascript</a:t>
            </a:r>
            <a:r>
              <a:rPr lang="en-US" dirty="0"/>
              <a:t>. Web. 31 Mar. 2015. &lt;http://webglmol.sourceforge.jp/index-en.html</a:t>
            </a:r>
            <a:r>
              <a:rPr lang="en-US" dirty="0" smtClean="0"/>
              <a:t>&gt;.</a:t>
            </a:r>
          </a:p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github.com/typicaljoe/taffydb</a:t>
            </a:r>
            <a:endParaRPr lang="en-US" dirty="0" smtClean="0"/>
          </a:p>
          <a:p>
            <a:r>
              <a:rPr lang="en-US" dirty="0">
                <a:hlinkClick r:id="rId3"/>
              </a:rPr>
              <a:t>https://github.com/jakiestfu/Snap.js</a:t>
            </a:r>
            <a:r>
              <a:rPr lang="en-US" dirty="0" smtClean="0">
                <a:hlinkClick r:id="rId3"/>
              </a:rPr>
              <a:t>/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13857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512</TotalTime>
  <Words>647</Words>
  <Application>Microsoft Office PowerPoint</Application>
  <PresentationFormat>Widescreen</PresentationFormat>
  <Paragraphs>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Calibri Light</vt:lpstr>
      <vt:lpstr>Wingdings</vt:lpstr>
      <vt:lpstr>Retrospect</vt:lpstr>
      <vt:lpstr>XLPM Map Viewer</vt:lpstr>
      <vt:lpstr>Proteins</vt:lpstr>
      <vt:lpstr>Protein Data Bank</vt:lpstr>
      <vt:lpstr>XLPM Algorithm</vt:lpstr>
      <vt:lpstr>Data Flow</vt:lpstr>
      <vt:lpstr>Data Flow</vt:lpstr>
      <vt:lpstr>Visualization Details</vt:lpstr>
      <vt:lpstr>Visualization Details</vt:lpstr>
      <vt:lpstr>3D Models</vt:lpstr>
      <vt:lpstr>Data Types</vt:lpstr>
      <vt:lpstr>Applied Tufte</vt:lpstr>
      <vt:lpstr>Demo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XLPM Map Viewer</dc:title>
  <dc:creator>Islam Ebeid</dc:creator>
  <cp:lastModifiedBy>Islam Ebeid</cp:lastModifiedBy>
  <cp:revision>27</cp:revision>
  <dcterms:created xsi:type="dcterms:W3CDTF">2015-03-31T15:31:23Z</dcterms:created>
  <dcterms:modified xsi:type="dcterms:W3CDTF">2015-05-12T00:05:33Z</dcterms:modified>
</cp:coreProperties>
</file>